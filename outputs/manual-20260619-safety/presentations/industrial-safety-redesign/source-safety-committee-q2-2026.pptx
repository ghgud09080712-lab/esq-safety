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0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1" r:id="rId1"/>
    <p:sldMasterId id="2147483668" r:id="rId2"/>
    <p:sldMasterId id="2147483670" r:id="rId3"/>
    <p:sldMasterId id="2147483822" r:id="rId4"/>
    <p:sldMasterId id="2147483842" r:id="rId5"/>
    <p:sldMasterId id="2147484035" r:id="rId6"/>
    <p:sldMasterId id="2147484088" r:id="rId7"/>
    <p:sldMasterId id="2147484090" r:id="rId8"/>
    <p:sldMasterId id="2147484160" r:id="rId9"/>
    <p:sldMasterId id="2147484613" r:id="rId10"/>
    <p:sldMasterId id="2147484640" r:id="rId11"/>
  </p:sldMasterIdLst>
  <p:notesMasterIdLst>
    <p:notesMasterId r:id="rId28"/>
  </p:notesMasterIdLst>
  <p:sldIdLst>
    <p:sldId id="446" r:id="rId12"/>
    <p:sldId id="517" r:id="rId13"/>
    <p:sldId id="519" r:id="rId14"/>
    <p:sldId id="518" r:id="rId15"/>
    <p:sldId id="520" r:id="rId16"/>
    <p:sldId id="521" r:id="rId17"/>
    <p:sldId id="509" r:id="rId18"/>
    <p:sldId id="511" r:id="rId19"/>
    <p:sldId id="516" r:id="rId20"/>
    <p:sldId id="512" r:id="rId21"/>
    <p:sldId id="510" r:id="rId22"/>
    <p:sldId id="514" r:id="rId23"/>
    <p:sldId id="515" r:id="rId24"/>
    <p:sldId id="522" r:id="rId25"/>
    <p:sldId id="523" r:id="rId26"/>
    <p:sldId id="258" r:id="rId27"/>
  </p:sldIdLst>
  <p:sldSz cx="12192000" cy="6858000"/>
  <p:notesSz cx="6735763" cy="9866313"/>
  <p:embeddedFontLst>
    <p:embeddedFont>
      <p:font typeface="-윤고딕140" panose="020B0600000101010101" charset="-127"/>
      <p:regular r:id="rId29"/>
    </p:embeddedFont>
    <p:embeddedFont>
      <p:font typeface="태-활체D" panose="020B0600000101010101" charset="-127"/>
      <p:regular r:id="rId30"/>
    </p:embeddedFont>
    <p:embeddedFont>
      <p:font typeface="HY견고딕" panose="02030600000101010101" pitchFamily="18" charset="-127"/>
      <p:regular r:id="rId31"/>
    </p:embeddedFont>
    <p:embeddedFont>
      <p:font typeface="HY헤드라인M" panose="02030600000101010101" pitchFamily="18" charset="-127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5pPr>
    <a:lvl6pPr marL="2286000" algn="l" defTabSz="914400" rtl="0" eaLnBrk="1" latinLnBrk="1" hangingPunct="1"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6pPr>
    <a:lvl7pPr marL="2743200" algn="l" defTabSz="914400" rtl="0" eaLnBrk="1" latinLnBrk="1" hangingPunct="1"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7pPr>
    <a:lvl8pPr marL="3200400" algn="l" defTabSz="914400" rtl="0" eaLnBrk="1" latinLnBrk="1" hangingPunct="1"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8pPr>
    <a:lvl9pPr marL="3657600" algn="l" defTabSz="914400" rtl="0" eaLnBrk="1" latinLnBrk="1" hangingPunct="1">
      <a:defRPr kumimoji="1" sz="2800" b="1" i="1" kern="1200">
        <a:solidFill>
          <a:schemeClr val="tx1"/>
        </a:solidFill>
        <a:latin typeface="태-활체D" panose="020B0600000101010101" charset="-127"/>
        <a:ea typeface="태-활체D" panose="020B0600000101010101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00"/>
    <a:srgbClr val="CCFF66"/>
    <a:srgbClr val="FFCCFF"/>
    <a:srgbClr val="00FFCC"/>
    <a:srgbClr val="6666FF"/>
    <a:srgbClr val="6600FF"/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2279" autoAdjust="0"/>
  </p:normalViewPr>
  <p:slideViewPr>
    <p:cSldViewPr>
      <p:cViewPr varScale="1">
        <p:scale>
          <a:sx n="104" d="100"/>
          <a:sy n="104" d="100"/>
        </p:scale>
        <p:origin x="1032" y="156"/>
      </p:cViewPr>
      <p:guideLst>
        <p:guide orient="horz" pos="2840"/>
        <p:guide pos="3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presProps" Target="presProps.xml"/><Relationship Id="rId21" Type="http://schemas.openxmlformats.org/officeDocument/2006/relationships/slide" Target="slides/slide1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E231A85-6D5E-3A8F-ACDB-4ABFBBA071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200" b="0" i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B136D14-FF54-F218-C8E7-C1B1F904EA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defRPr sz="1200" b="0" i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602BC00D-F092-DC15-F320-2105D69420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9375" y="739775"/>
            <a:ext cx="657701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F9C7AF6D-170C-9BF0-B420-9615EFC4F08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B917E8FA-B590-343E-35A6-BF4E9800C7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200" b="0" i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8ED60035-25F1-383B-9D33-67C0F53B6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 i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BA4BC15-F73B-474C-9182-8B4E0E1061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75031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B784-98C6-8856-C9EE-E7776D3D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DFF477-7BAA-5FD6-A194-D321A25BE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510B60-B606-487A-2429-C9A25A912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A3BA4-5E4F-751F-7CDA-3FE4D1D0C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2343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FCA1-1ACC-420C-08FA-6B016E1A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6D3D8F-575C-2430-9CE0-5378999B8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49C3F9-64E0-2CF8-B767-B75C011E2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12CE1A-3428-49E6-1CFE-1E028AC99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7380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2DE4-A9EB-D74A-E9F6-6AF48BAB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298578-B623-E690-CD27-A5301D066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5DDFC-671C-8061-23C8-E28054083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0C480-37BF-7904-AC8E-F70D6B1D0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855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F579-CC45-2908-5F9A-35AD6FFB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C15005-82A2-3307-3B2E-9152B91E6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622C7C-FBBC-76A2-66D2-079006D2F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3B94C3-A771-53BD-B564-5484DE6F7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0304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F050-B380-E95A-FA7E-3B4CD0C3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0C5FD-8BB9-A8A6-FE39-039E91D5D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C88DE5-674D-E1A3-24BF-B1DEDA7EC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924B38-7CDD-B185-D0EA-A5ACE5EF3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1860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3078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A5C7-E396-49B8-A0D9-969E68D2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7A758B-0DFD-5223-5681-391C5922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53BD-2EAC-592B-AEEB-2F4ABBBE8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C6998-6EC8-4960-F3F6-5D253263E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2496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EF87-2DFF-AB9A-5AF5-68F8E5E8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C0570B-1853-6A7B-1792-68F40C9E3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079561-36AA-C807-86F4-C4B7F3522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97A981-A7D4-23E1-232D-68879D7F8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97010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6B13-12BB-B99A-561B-7565651F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468030-C2C6-EEC3-7799-125491572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21D898-7EA4-99F4-DCD2-268F1629C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4E86B0-A99C-87FD-3EBA-0D98736DB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1548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006E-EA53-C061-15B6-F99E3433F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66C221-EDD4-252A-4911-DC3F41974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DF6DD-340C-83E3-CAE5-4005AE893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73CB4D-77FE-A6EB-83D9-915EC72F6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7951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F38A-FEE5-0A54-C9E4-B2119170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2186D4-2520-0540-A21A-8EE35752F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82E47C-C9DD-940E-3966-967FBEA15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97ECF-15DB-D4FF-A811-0CB9B9E1B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1711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DC8C-EEFE-70BF-3C5A-163A8734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423294-0758-40B2-8D8E-4E321628A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FFD266-AD3B-CD7B-0720-5DA5693B9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ED83C-88E2-7B5A-4C83-F9092AF3B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A4BC15-F73B-474C-9182-8B4E0E106127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7675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C2CC-C577-0E35-8E9A-9F062F00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3D309-CA46-0102-AF01-42D8CF54DD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A8D92-910E-3591-2C6E-08C5BF5F4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49960-2FE9-41F6-7957-A1755E66D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1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18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5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D6352F-04B4-952C-86E0-BB9B2651B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EE84AE-DCDD-EC96-E4AD-84FF2A6DDB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96A8CF-4144-7A40-FA5C-395A6006A0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78629-A4AE-4F95-BB28-D2C7D846864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1440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8A6078-E03C-EB83-8722-EA7631567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893FD1-1E85-A69F-F788-134789211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E712BD-7B33-8DBE-1F56-9BC3C1AC5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D04E3-DB5E-4B0B-8C2E-2C95D138849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555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3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33B40E-E92C-7CA0-95CE-5CE98134A3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AEA9C9-2139-1815-4D36-0F868686A4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F03F25-5E5E-8A1C-6C7C-A0EB0AEFB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7A438-2048-46EA-8CD1-7AE0CE599B2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1629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79CA2-57EF-25F8-DBAE-C5DD4EBAF3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DFE07-3C09-06B3-F546-37579B93D1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B2246C-9CB1-F16F-F3D3-8B617497E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B24F4-3F03-4615-8759-ADCA1F76D38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671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A44903-561A-61D6-5813-C6EE35DD27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7E97E8-B5D2-8B64-3EF2-66BA4A13A1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BCF59EA-2FF9-4922-C7D2-659F47BEEA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E8F56-1F7E-4FC6-A609-0E9B2BA2800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66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0E2127-49E3-7914-646D-EE0BE5402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CFAE2E-F5D4-8D5C-8FC5-92D652FFB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428533-5838-C017-FD47-1F7049A97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099BB-F171-442C-9237-A38F2FFC228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613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1237CB-C9AA-059F-7BD4-AA35F11AD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A4E3071-D862-1217-983C-A019B52A37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2D63EF-FE2C-6956-560D-A4216C7A2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7CF55-CB0B-4F92-A417-2F9AD41E535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2743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5" y="27308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A4A96A-EED4-D9D2-B652-A12082CB7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E695F-ACB7-CC75-21B1-E6CB3E4149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BEB5C-DB1A-6942-78A0-41F8CCD333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94E5B-B5E8-4706-A3D3-D460FD758B0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01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2276C-D786-0130-DAF8-22C7A3B81A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E12447-FCF0-3D4E-B5AF-5150816D3C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75333-E1C4-0D3F-8D33-6976FFA2CD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80586-EEEA-4F95-88E9-7A6E006621F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935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B3C968-12FD-0C67-9B2D-C68B7A4EA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812BDE-F7A0-EACE-ECF3-957B4EAB77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77E6D2-0C40-BBC4-7D19-D62F245F4F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3B286-1D38-4007-B389-60C74396DCC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308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6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6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62FFF0-5374-6336-E301-47D774FE3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FE3378-D945-535A-6EC3-CC0258E33E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0C004C-CD9B-43D1-03BE-EDFFADA76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93B7D-D85D-4730-8B1E-30E9806E64E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6431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69"/>
            <a:ext cx="109728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50A0C56-A988-BB6F-5C18-2A7E7C0B1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44A75C-7C5F-1BA3-B6AD-D8F1414952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AA374C-B4CC-1388-9A2C-610DCB0460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A806FB-7E2A-4F96-8719-150708975A3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63635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06E90-041A-9432-3B44-25B33367D7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0034A-9E47-C428-6546-89E8C2183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EAD50-4367-E083-6FE5-B10369F007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BFCF9-F419-401D-AB0B-AAA31B21E14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6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197600" y="3938619"/>
            <a:ext cx="5384800" cy="2187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07D38D-5A44-3557-EC44-6D7588C94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AC1BE93-DD87-ED00-2A9B-38EFE2D248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0658EA8-B73A-7B19-578C-F6EE6E24F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CA2D2-D73F-4C11-BE88-7F588E9DCA5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5831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9796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4" descr="65">
            <a:extLst>
              <a:ext uri="{FF2B5EF4-FFF2-40B4-BE49-F238E27FC236}">
                <a16:creationId xmlns:a16="http://schemas.microsoft.com/office/drawing/2014/main" id="{1A433EF7-BA40-892C-AC29-F90F7B76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3">
            <a:extLst>
              <a:ext uri="{FF2B5EF4-FFF2-40B4-BE49-F238E27FC236}">
                <a16:creationId xmlns:a16="http://schemas.microsoft.com/office/drawing/2014/main" id="{77FF1DB5-99E7-1FB0-3A28-6471A31034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32101" y="6483350"/>
            <a:ext cx="6432551" cy="3302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algn="ctr" latinLnBrk="0">
              <a:lnSpc>
                <a:spcPct val="9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ko-KR" sz="1000" i="0" dirty="0">
                <a:solidFill>
                  <a:srgbClr val="FEFCFC"/>
                </a:solidFill>
                <a:latin typeface="Arial" panose="020B0604020202020204" pitchFamily="34" charset="0"/>
              </a:rPr>
              <a:t>© Development Dimensions Int’l, Inc.,Tongro.  All rights reserved.</a:t>
            </a:r>
          </a:p>
        </p:txBody>
      </p:sp>
      <p:sp>
        <p:nvSpPr>
          <p:cNvPr id="12345" name="Rectangle 57"/>
          <p:cNvSpPr>
            <a:spLocks noGrp="1" noChangeArrowheads="1"/>
          </p:cNvSpPr>
          <p:nvPr>
            <p:ph type="ctrTitle" sz="quarter"/>
          </p:nvPr>
        </p:nvSpPr>
        <p:spPr>
          <a:xfrm>
            <a:off x="1488018" y="3573463"/>
            <a:ext cx="9287933" cy="10795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39519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5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5CB92-6F3B-EFE6-7E31-FDE95E227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3B9392-4812-75A4-85A2-39041DCCA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FD3D64-CD74-FDDD-B26B-CFB4F36094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F2EAE-5578-465F-A17A-F62AE0F894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04307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FE1804-F842-B0FA-3A85-249830940B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499227-52B6-75FD-368C-5092F11294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2B5C14-C52E-D86C-5193-B39FE838C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32FD4-4411-4BC2-8F6B-368EE2BE2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0036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3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1D3530-A8BA-6B2B-8038-F14FC49B2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2BD11-C630-A492-377F-4A773D02FF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7FD44B-6EF2-5075-A959-CA6A6078B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5679F-6CE3-40B3-9E89-D0AF9056C3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51634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66AE1-DB96-B3D0-AE0E-A3D70BA97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11B58-07A1-D186-AE51-471F4660A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9B749-BC09-7BE9-8CF7-4396B7157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3841F-4160-4B04-855C-297122E7A6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9339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65C1C14-5A64-B0AD-936B-04D44E49B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AF3D4CD-8D3E-9835-F78F-8E5DC54899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4BCE3B-F833-11B4-FFFA-62C2A28571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E4F5B-51DA-44AC-823E-8EA929B60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125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414B298-B9E2-357B-DB15-80995BB385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AE0C64-9629-755E-DABA-C70250ECED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332B409-A9F3-246F-53FE-7D2D1C6FD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93E41-5BED-4BCF-9BA9-88A2A280B8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7153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9192FA4-5C63-F071-D5C7-6F256B02A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FD20AC-B592-F2FC-7451-658C9EFF13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08C7EB-0FEC-80C5-2848-9F7DF6E8E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B6AE9-EEF0-4B62-B787-CEEC26FA22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0312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5" y="27308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AD9D4-4C0D-3B4E-D916-01BFFF9B9B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58ECF-6E60-788C-31F9-01AE94DCBE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C8C7-0B26-135D-14D1-EDB430773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48B1C-4CC1-4CE0-91AA-1CA384FBC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7874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873E6-CB92-B11A-B364-24480C369F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1C5DF-C5A5-5954-2092-51DEE78A9C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E10E3C-8604-43C4-AD73-3AB0FD665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B9DEE-99C1-4F4A-AEE4-5A1C9A08E1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59934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7D9CD-3EE0-FCA9-8C13-3D58B536D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655A99-748D-123C-0554-D923021D5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39C8F7-A55B-8D73-9D88-A2028AF99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227AF-3952-48CA-A369-99E5247EAC6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21569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6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6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F7031A-C858-8DDA-9273-B9E405F19E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C9E8E7-CAAA-D52D-525C-DA49D0A0B3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B68BB-E54E-8895-3066-580C113D3A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CC4D6-7C1B-4859-94A3-D8CC1E86D5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71688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69"/>
            <a:ext cx="109728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11A589-B693-2C88-1F85-CA714E8A7B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8E555A-A4B9-34EB-A0C4-B60F473F7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EC5B9B-079B-C9BA-B20B-7926BA4C6F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827BC-F647-4256-B936-092A86CA9A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7496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78394-81D6-8DE0-2086-E62F20F180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1ADD6-6B41-B105-A663-A3F64C4481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4E1E2-313C-0984-9337-88496CB620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75693-5A61-4E75-9BD3-5612BAE859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80377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197600" y="3938619"/>
            <a:ext cx="5384800" cy="2187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8D973D4-A8C2-ACC8-CA35-AA1CEACC2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3E3D37C-D837-D70A-C241-4DAF46666E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2A1A841-6FC7-89CA-FAD5-57CCB5B8D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C995F-F339-406A-A0E5-15E900F452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77573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5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5CB92-6F3B-EFE6-7E31-FDE95E227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3B9392-4812-75A4-85A2-39041DCCA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FD3D64-CD74-FDDD-B26B-CFB4F36094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F2EAE-5578-465F-A17A-F62AE0F894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07690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FE1804-F842-B0FA-3A85-249830940B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499227-52B6-75FD-368C-5092F11294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2B5C14-C52E-D86C-5193-B39FE838C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32FD4-4411-4BC2-8F6B-368EE2BE2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74985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3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1D3530-A8BA-6B2B-8038-F14FC49B2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2BD11-C630-A492-377F-4A773D02FF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7FD44B-6EF2-5075-A959-CA6A6078B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5679F-6CE3-40B3-9E89-D0AF9056C3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5534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66AE1-DB96-B3D0-AE0E-A3D70BA97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11B58-07A1-D186-AE51-471F4660A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9B749-BC09-7BE9-8CF7-4396B7157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3841F-4160-4B04-855C-297122E7A6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39294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65C1C14-5A64-B0AD-936B-04D44E49B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AF3D4CD-8D3E-9835-F78F-8E5DC54899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4BCE3B-F833-11B4-FFFA-62C2A28571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E4F5B-51DA-44AC-823E-8EA929B60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30453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414B298-B9E2-357B-DB15-80995BB385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AE0C64-9629-755E-DABA-C70250ECED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332B409-A9F3-246F-53FE-7D2D1C6FD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93E41-5BED-4BCF-9BA9-88A2A280B8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13067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9192FA4-5C63-F071-D5C7-6F256B02A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FD20AC-B592-F2FC-7451-658C9EFF13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08C7EB-0FEC-80C5-2848-9F7DF6E8E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B6AE9-EEF0-4B62-B787-CEEC26FA22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95531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5" y="27308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AD9D4-4C0D-3B4E-D916-01BFFF9B9B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58ECF-6E60-788C-31F9-01AE94DCBE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C8C7-0B26-135D-14D1-EDB430773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48B1C-4CC1-4CE0-91AA-1CA384FBC4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77394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873E6-CB92-B11A-B364-24480C369F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1C5DF-C5A5-5954-2092-51DEE78A9C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E10E3C-8604-43C4-AD73-3AB0FD665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B9DEE-99C1-4F4A-AEE4-5A1C9A08E1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38320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7D9CD-3EE0-FCA9-8C13-3D58B536D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655A99-748D-123C-0554-D923021D5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39C8F7-A55B-8D73-9D88-A2028AF99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227AF-3952-48CA-A369-99E5247EAC6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804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6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6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F7031A-C858-8DDA-9273-B9E405F19E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C9E8E7-CAAA-D52D-525C-DA49D0A0B3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B68BB-E54E-8895-3066-580C113D3A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CC4D6-7C1B-4859-94A3-D8CC1E86D5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8573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69"/>
            <a:ext cx="109728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11A589-B693-2C88-1F85-CA714E8A7B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8E555A-A4B9-34EB-A0C4-B60F473F7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EC5B9B-079B-C9BA-B20B-7926BA4C6F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827BC-F647-4256-B936-092A86CA9A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77622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78394-81D6-8DE0-2086-E62F20F180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1ADD6-6B41-B105-A663-A3F64C4481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4E1E2-313C-0984-9337-88496CB620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75693-5A61-4E75-9BD3-5612BAE859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11864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197600" y="3938619"/>
            <a:ext cx="5384800" cy="2187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8D973D4-A8C2-ACC8-CA35-AA1CEACC2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3E3D37C-D837-D70A-C241-4DAF46666E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2A1A841-6FC7-89CA-FAD5-57CCB5B8D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C995F-F339-406A-A0E5-15E900F452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87195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065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11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3DE836FD-A38A-BFAB-9B7B-89AFE13BC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D635DC2-26E0-F9A8-B45E-F3F75E8D93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ACE74255-3631-1774-70E5-786912A17F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DCD73555-ACF6-BE02-D0D2-2E23745636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43930CC-0242-4A41-92EE-E5A5702EA7C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30" name="Rectangle 14">
            <a:extLst>
              <a:ext uri="{FF2B5EF4-FFF2-40B4-BE49-F238E27FC236}">
                <a16:creationId xmlns:a16="http://schemas.microsoft.com/office/drawing/2014/main" id="{0868B7A2-C0BB-22D6-A7D4-8979CE2C2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ea typeface="굴림" panose="020B0600000101010101" pitchFamily="50" charset="-127"/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FD907B52-8A35-4921-1166-08A69D75C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ea typeface="굴림" pitchFamily="50" charset="-127"/>
            </a:endParaRPr>
          </a:p>
        </p:txBody>
      </p:sp>
      <p:grpSp>
        <p:nvGrpSpPr>
          <p:cNvPr id="1032" name="Group 7">
            <a:extLst>
              <a:ext uri="{FF2B5EF4-FFF2-40B4-BE49-F238E27FC236}">
                <a16:creationId xmlns:a16="http://schemas.microsoft.com/office/drawing/2014/main" id="{855949DB-DDCD-4F5A-778B-BAE2DEF9142E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1033" name="Group 8">
              <a:extLst>
                <a:ext uri="{FF2B5EF4-FFF2-40B4-BE49-F238E27FC236}">
                  <a16:creationId xmlns:a16="http://schemas.microsoft.com/office/drawing/2014/main" id="{7C8A904F-7D0F-2EB1-97C5-7CF32D530D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1035" name="Rectangle 9">
                <a:extLst>
                  <a:ext uri="{FF2B5EF4-FFF2-40B4-BE49-F238E27FC236}">
                    <a16:creationId xmlns:a16="http://schemas.microsoft.com/office/drawing/2014/main" id="{29F0B88E-E132-95D0-402F-3C20ED6B4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ea typeface="굴림" panose="020B0600000101010101" pitchFamily="50" charset="-127"/>
                </a:endParaRPr>
              </a:p>
            </p:txBody>
          </p:sp>
          <p:grpSp>
            <p:nvGrpSpPr>
              <p:cNvPr id="1036" name="Group 10">
                <a:extLst>
                  <a:ext uri="{FF2B5EF4-FFF2-40B4-BE49-F238E27FC236}">
                    <a16:creationId xmlns:a16="http://schemas.microsoft.com/office/drawing/2014/main" id="{D1B1A33A-D6E6-1E53-EC38-8C9C54757C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1037" name="Picture 11" descr="111">
                  <a:extLst>
                    <a:ext uri="{FF2B5EF4-FFF2-40B4-BE49-F238E27FC236}">
                      <a16:creationId xmlns:a16="http://schemas.microsoft.com/office/drawing/2014/main" id="{061EC0C7-330E-C44B-4E14-18A58DB9E2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8" name="Picture 12" descr="ozoc111_148 copy">
                  <a:extLst>
                    <a:ext uri="{FF2B5EF4-FFF2-40B4-BE49-F238E27FC236}">
                      <a16:creationId xmlns:a16="http://schemas.microsoft.com/office/drawing/2014/main" id="{D3B590B0-7D14-A850-38AF-DCA8496EB1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E0F54AF9-D26A-7C0B-3B0A-F4236D928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8" r:id="rId1"/>
    <p:sldLayoutId id="2147484599" r:id="rId2"/>
    <p:sldLayoutId id="2147484600" r:id="rId3"/>
    <p:sldLayoutId id="2147484601" r:id="rId4"/>
    <p:sldLayoutId id="2147484602" r:id="rId5"/>
    <p:sldLayoutId id="2147484603" r:id="rId6"/>
    <p:sldLayoutId id="2147484604" r:id="rId7"/>
    <p:sldLayoutId id="2147484605" r:id="rId8"/>
    <p:sldLayoutId id="2147484606" r:id="rId9"/>
    <p:sldLayoutId id="2147484607" r:id="rId10"/>
    <p:sldLayoutId id="2147484608" r:id="rId11"/>
    <p:sldLayoutId id="2147484609" r:id="rId12"/>
    <p:sldLayoutId id="2147484610" r:id="rId13"/>
    <p:sldLayoutId id="2147484611" r:id="rId14"/>
    <p:sldLayoutId id="2147484656" r:id="rId1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reeform 2">
            <a:extLst>
              <a:ext uri="{FF2B5EF4-FFF2-40B4-BE49-F238E27FC236}">
                <a16:creationId xmlns:a16="http://schemas.microsoft.com/office/drawing/2014/main" id="{7F52FE65-0980-2B37-FAF9-AD0286E73CDF}"/>
              </a:ext>
            </a:extLst>
          </p:cNvPr>
          <p:cNvSpPr>
            <a:spLocks/>
          </p:cNvSpPr>
          <p:nvPr/>
        </p:nvSpPr>
        <p:spPr bwMode="gray">
          <a:xfrm rot="-5400000">
            <a:off x="-2192867" y="2408767"/>
            <a:ext cx="6629400" cy="2116667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1504" y="352"/>
              </a:cxn>
              <a:cxn ang="0">
                <a:pos x="3960" y="432"/>
              </a:cxn>
              <a:cxn ang="0">
                <a:pos x="5688" y="1000"/>
              </a:cxn>
              <a:cxn ang="0">
                <a:pos x="5693" y="6"/>
              </a:cxn>
              <a:cxn ang="0">
                <a:pos x="0" y="0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49" y="545"/>
                  <a:pt x="844" y="377"/>
                  <a:pt x="1504" y="352"/>
                </a:cubicBezTo>
                <a:cubicBezTo>
                  <a:pt x="2168" y="300"/>
                  <a:pt x="3246" y="322"/>
                  <a:pt x="3960" y="432"/>
                </a:cubicBezTo>
                <a:cubicBezTo>
                  <a:pt x="4641" y="548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7451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kumimoji="0" lang="ko-KR" altLang="en-US" sz="1600" i="0" dirty="0">
              <a:solidFill>
                <a:srgbClr val="000066"/>
              </a:solidFill>
              <a:latin typeface="Arial" pitchFamily="34" charset="0"/>
              <a:ea typeface="굴림" pitchFamily="50" charset="-127"/>
              <a:cs typeface="태-활체D"/>
            </a:endParaRPr>
          </a:p>
        </p:txBody>
      </p:sp>
      <p:sp>
        <p:nvSpPr>
          <p:cNvPr id="2051" name="Freeform 3">
            <a:extLst>
              <a:ext uri="{FF2B5EF4-FFF2-40B4-BE49-F238E27FC236}">
                <a16:creationId xmlns:a16="http://schemas.microsoft.com/office/drawing/2014/main" id="{7E3DB1E5-F1EA-120F-AF96-498DCF9DC2C1}"/>
              </a:ext>
            </a:extLst>
          </p:cNvPr>
          <p:cNvSpPr>
            <a:spLocks/>
          </p:cNvSpPr>
          <p:nvPr/>
        </p:nvSpPr>
        <p:spPr bwMode="gray">
          <a:xfrm>
            <a:off x="84667" y="63501"/>
            <a:ext cx="12050184" cy="1604963"/>
          </a:xfrm>
          <a:custGeom>
            <a:avLst/>
            <a:gdLst>
              <a:gd name="T0" fmla="*/ 0 w 5693"/>
              <a:gd name="T1" fmla="*/ 2147483646 h 1000"/>
              <a:gd name="T2" fmla="*/ 2147483646 w 5693"/>
              <a:gd name="T3" fmla="*/ 2147483646 h 1000"/>
              <a:gd name="T4" fmla="*/ 2147483646 w 5693"/>
              <a:gd name="T5" fmla="*/ 2147483646 h 1000"/>
              <a:gd name="T6" fmla="*/ 2147483646 w 5693"/>
              <a:gd name="T7" fmla="*/ 2147483646 h 1000"/>
              <a:gd name="T8" fmla="*/ 2147483646 w 5693"/>
              <a:gd name="T9" fmla="*/ 2147483646 h 1000"/>
              <a:gd name="T10" fmla="*/ 0 w 5693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53" y="552"/>
                  <a:pt x="820" y="405"/>
                  <a:pt x="1520" y="392"/>
                </a:cubicBezTo>
                <a:cubicBezTo>
                  <a:pt x="2184" y="340"/>
                  <a:pt x="3486" y="394"/>
                  <a:pt x="4200" y="504"/>
                </a:cubicBezTo>
                <a:cubicBezTo>
                  <a:pt x="4881" y="620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sp>
        <p:nvSpPr>
          <p:cNvPr id="2052" name="Line 4">
            <a:extLst>
              <a:ext uri="{FF2B5EF4-FFF2-40B4-BE49-F238E27FC236}">
                <a16:creationId xmlns:a16="http://schemas.microsoft.com/office/drawing/2014/main" id="{A66BEA95-E6FE-51FB-0DD7-CF1A36225E9A}"/>
              </a:ext>
            </a:extLst>
          </p:cNvPr>
          <p:cNvSpPr>
            <a:spLocks noChangeShapeType="1"/>
          </p:cNvSpPr>
          <p:nvPr/>
        </p:nvSpPr>
        <p:spPr bwMode="gray">
          <a:xfrm>
            <a:off x="431801" y="6500813"/>
            <a:ext cx="11425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grpSp>
        <p:nvGrpSpPr>
          <p:cNvPr id="2053" name="Group 5">
            <a:extLst>
              <a:ext uri="{FF2B5EF4-FFF2-40B4-BE49-F238E27FC236}">
                <a16:creationId xmlns:a16="http://schemas.microsoft.com/office/drawing/2014/main" id="{F22DB243-66E0-4D04-0DA7-928DFEBAC074}"/>
              </a:ext>
            </a:extLst>
          </p:cNvPr>
          <p:cNvGrpSpPr>
            <a:grpSpLocks/>
          </p:cNvGrpSpPr>
          <p:nvPr/>
        </p:nvGrpSpPr>
        <p:grpSpPr bwMode="auto">
          <a:xfrm>
            <a:off x="0" y="3175"/>
            <a:ext cx="12192000" cy="6854825"/>
            <a:chOff x="0" y="2"/>
            <a:chExt cx="5760" cy="4318"/>
          </a:xfrm>
        </p:grpSpPr>
        <p:grpSp>
          <p:nvGrpSpPr>
            <p:cNvPr id="2058" name="Group 6">
              <a:extLst>
                <a:ext uri="{FF2B5EF4-FFF2-40B4-BE49-F238E27FC236}">
                  <a16:creationId xmlns:a16="http://schemas.microsoft.com/office/drawing/2014/main" id="{567286AC-E509-7A2C-206F-6E322D2963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"/>
              <a:ext cx="5760" cy="4318"/>
              <a:chOff x="0" y="2"/>
              <a:chExt cx="5760" cy="4318"/>
            </a:xfrm>
          </p:grpSpPr>
          <p:sp>
            <p:nvSpPr>
              <p:cNvPr id="2060" name="Freeform 7">
                <a:extLst>
                  <a:ext uri="{FF2B5EF4-FFF2-40B4-BE49-F238E27FC236}">
                    <a16:creationId xmlns:a16="http://schemas.microsoft.com/office/drawing/2014/main" id="{07726438-9C21-64EC-3E38-BD21E6FFC8C0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4023"/>
                <a:ext cx="275" cy="297"/>
              </a:xfrm>
              <a:custGeom>
                <a:avLst/>
                <a:gdLst>
                  <a:gd name="T0" fmla="*/ 275 w 275"/>
                  <a:gd name="T1" fmla="*/ 291 h 297"/>
                  <a:gd name="T2" fmla="*/ 112 w 275"/>
                  <a:gd name="T3" fmla="*/ 211 h 297"/>
                  <a:gd name="T4" fmla="*/ 28 w 275"/>
                  <a:gd name="T5" fmla="*/ 127 h 297"/>
                  <a:gd name="T6" fmla="*/ 0 w 275"/>
                  <a:gd name="T7" fmla="*/ 0 h 297"/>
                  <a:gd name="T8" fmla="*/ 1 w 275"/>
                  <a:gd name="T9" fmla="*/ 297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5" h="297">
                    <a:moveTo>
                      <a:pt x="275" y="291"/>
                    </a:moveTo>
                    <a:lnTo>
                      <a:pt x="112" y="211"/>
                    </a:lnTo>
                    <a:lnTo>
                      <a:pt x="28" y="127"/>
                    </a:lnTo>
                    <a:lnTo>
                      <a:pt x="0" y="0"/>
                    </a:lnTo>
                    <a:lnTo>
                      <a:pt x="1" y="297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2061" name="AutoShape 8">
                <a:extLst>
                  <a:ext uri="{FF2B5EF4-FFF2-40B4-BE49-F238E27FC236}">
                    <a16:creationId xmlns:a16="http://schemas.microsoft.com/office/drawing/2014/main" id="{1EB814D2-2A7B-CDCC-A758-A2AA614872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20" y="26"/>
                <a:ext cx="5715" cy="4265"/>
              </a:xfrm>
              <a:prstGeom prst="roundRect">
                <a:avLst>
                  <a:gd name="adj" fmla="val 6227"/>
                </a:avLst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algn="ctr" latinLnBrk="0">
                  <a:lnSpc>
                    <a:spcPct val="95000"/>
                  </a:lnSpc>
                  <a:spcBef>
                    <a:spcPct val="30000"/>
                  </a:spcBef>
                  <a:buClr>
                    <a:srgbClr val="0000FF"/>
                  </a:buClr>
                  <a:buFont typeface="Wingdings" panose="05000000000000000000" pitchFamily="2" charset="2"/>
                  <a:buNone/>
                  <a:defRPr/>
                </a:pPr>
                <a:endParaRPr kumimoji="0" lang="ko-KR" altLang="en-US" sz="1600" i="0" dirty="0">
                  <a:solidFill>
                    <a:srgbClr val="000066"/>
                  </a:solidFill>
                  <a:latin typeface="Arial" panose="020B0604020202020204" pitchFamily="34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62" name="Freeform 9">
                <a:extLst>
                  <a:ext uri="{FF2B5EF4-FFF2-40B4-BE49-F238E27FC236}">
                    <a16:creationId xmlns:a16="http://schemas.microsoft.com/office/drawing/2014/main" id="{751B372B-681A-0ADD-8E98-AEA102504867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2"/>
                <a:ext cx="290" cy="315"/>
              </a:xfrm>
              <a:custGeom>
                <a:avLst/>
                <a:gdLst>
                  <a:gd name="T0" fmla="*/ 1 w 290"/>
                  <a:gd name="T1" fmla="*/ 315 h 315"/>
                  <a:gd name="T2" fmla="*/ 122 w 290"/>
                  <a:gd name="T3" fmla="*/ 97 h 315"/>
                  <a:gd name="T4" fmla="*/ 279 w 290"/>
                  <a:gd name="T5" fmla="*/ 0 h 315"/>
                  <a:gd name="T6" fmla="*/ 0 w 290"/>
                  <a:gd name="T7" fmla="*/ 1 h 3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0" h="315">
                    <a:moveTo>
                      <a:pt x="1" y="315"/>
                    </a:moveTo>
                    <a:cubicBezTo>
                      <a:pt x="21" y="279"/>
                      <a:pt x="76" y="150"/>
                      <a:pt x="122" y="97"/>
                    </a:cubicBezTo>
                    <a:cubicBezTo>
                      <a:pt x="163" y="44"/>
                      <a:pt x="290" y="23"/>
                      <a:pt x="279" y="0"/>
                    </a:cubicBezTo>
                    <a:lnTo>
                      <a:pt x="0" y="1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2063" name="Freeform 10">
                <a:extLst>
                  <a:ext uri="{FF2B5EF4-FFF2-40B4-BE49-F238E27FC236}">
                    <a16:creationId xmlns:a16="http://schemas.microsoft.com/office/drawing/2014/main" id="{5C32DAA2-66F0-96A9-3624-1164BE7F3C91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5507" y="4031"/>
                <a:ext cx="253" cy="287"/>
              </a:xfrm>
              <a:custGeom>
                <a:avLst/>
                <a:gdLst>
                  <a:gd name="T0" fmla="*/ 250 w 253"/>
                  <a:gd name="T1" fmla="*/ 0 h 287"/>
                  <a:gd name="T2" fmla="*/ 179 w 253"/>
                  <a:gd name="T3" fmla="*/ 143 h 287"/>
                  <a:gd name="T4" fmla="*/ 85 w 253"/>
                  <a:gd name="T5" fmla="*/ 236 h 287"/>
                  <a:gd name="T6" fmla="*/ 0 w 253"/>
                  <a:gd name="T7" fmla="*/ 287 h 287"/>
                  <a:gd name="T8" fmla="*/ 253 w 253"/>
                  <a:gd name="T9" fmla="*/ 284 h 2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3" h="287">
                    <a:moveTo>
                      <a:pt x="250" y="0"/>
                    </a:moveTo>
                    <a:lnTo>
                      <a:pt x="179" y="143"/>
                    </a:lnTo>
                    <a:lnTo>
                      <a:pt x="85" y="236"/>
                    </a:lnTo>
                    <a:lnTo>
                      <a:pt x="0" y="287"/>
                    </a:lnTo>
                    <a:lnTo>
                      <a:pt x="253" y="28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800" dirty="0"/>
              </a:p>
            </p:txBody>
          </p:sp>
        </p:grpSp>
        <p:sp>
          <p:nvSpPr>
            <p:cNvPr id="2059" name="Freeform 11">
              <a:extLst>
                <a:ext uri="{FF2B5EF4-FFF2-40B4-BE49-F238E27FC236}">
                  <a16:creationId xmlns:a16="http://schemas.microsoft.com/office/drawing/2014/main" id="{71CDE7F4-37AE-62F8-4E5B-79CA10C4BE4F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75" y="3"/>
              <a:ext cx="281" cy="344"/>
            </a:xfrm>
            <a:custGeom>
              <a:avLst/>
              <a:gdLst>
                <a:gd name="T0" fmla="*/ 0 w 281"/>
                <a:gd name="T1" fmla="*/ 0 h 348"/>
                <a:gd name="T2" fmla="*/ 202 w 281"/>
                <a:gd name="T3" fmla="*/ 71 h 348"/>
                <a:gd name="T4" fmla="*/ 281 w 281"/>
                <a:gd name="T5" fmla="*/ 250 h 348"/>
                <a:gd name="T6" fmla="*/ 281 w 281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1" h="348">
                  <a:moveTo>
                    <a:pt x="0" y="0"/>
                  </a:moveTo>
                  <a:cubicBezTo>
                    <a:pt x="33" y="16"/>
                    <a:pt x="125" y="6"/>
                    <a:pt x="202" y="96"/>
                  </a:cubicBezTo>
                  <a:cubicBezTo>
                    <a:pt x="279" y="186"/>
                    <a:pt x="268" y="348"/>
                    <a:pt x="281" y="332"/>
                  </a:cubicBezTo>
                  <a:lnTo>
                    <a:pt x="281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sz="2800" dirty="0"/>
            </a:p>
          </p:txBody>
        </p:sp>
      </p:grpSp>
      <p:sp>
        <p:nvSpPr>
          <p:cNvPr id="2054" name="Rectangle 12">
            <a:extLst>
              <a:ext uri="{FF2B5EF4-FFF2-40B4-BE49-F238E27FC236}">
                <a16:creationId xmlns:a16="http://schemas.microsoft.com/office/drawing/2014/main" id="{503D733E-93B3-5FEF-4D55-1BB591E09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609600" y="117476"/>
            <a:ext cx="10972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2055" name="Rectangle 13">
            <a:extLst>
              <a:ext uri="{FF2B5EF4-FFF2-40B4-BE49-F238E27FC236}">
                <a16:creationId xmlns:a16="http://schemas.microsoft.com/office/drawing/2014/main" id="{A2FECD15-E11B-6145-6284-47A4BAE7E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19200"/>
            <a:ext cx="107696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47472" name="Rectangle 16">
            <a:extLst>
              <a:ext uri="{FF2B5EF4-FFF2-40B4-BE49-F238E27FC236}">
                <a16:creationId xmlns:a16="http://schemas.microsoft.com/office/drawing/2014/main" id="{4A0A96D0-DC73-593C-4A02-A9B7F22915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" y="6521450"/>
            <a:ext cx="8128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200" i="0">
                <a:solidFill>
                  <a:srgbClr val="00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7BA48C6-B563-4F1D-96ED-E1311D625AFE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47473" name="Rectangle 17">
            <a:extLst>
              <a:ext uri="{FF2B5EF4-FFF2-40B4-BE49-F238E27FC236}">
                <a16:creationId xmlns:a16="http://schemas.microsoft.com/office/drawing/2014/main" id="{995429E0-B73A-A6EE-E29E-84B25264CA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1"/>
            <a:ext cx="38608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 i="0">
                <a:solidFill>
                  <a:srgbClr val="000066"/>
                </a:solidFill>
                <a:latin typeface="Arial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2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reeform 2">
            <a:extLst>
              <a:ext uri="{FF2B5EF4-FFF2-40B4-BE49-F238E27FC236}">
                <a16:creationId xmlns:a16="http://schemas.microsoft.com/office/drawing/2014/main" id="{FA0F6E62-5CAF-5F1D-9A81-9CE7A9E7C86D}"/>
              </a:ext>
            </a:extLst>
          </p:cNvPr>
          <p:cNvSpPr>
            <a:spLocks/>
          </p:cNvSpPr>
          <p:nvPr/>
        </p:nvSpPr>
        <p:spPr bwMode="gray">
          <a:xfrm rot="-5400000">
            <a:off x="-2192867" y="2408767"/>
            <a:ext cx="6629400" cy="2116667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1504" y="352"/>
              </a:cxn>
              <a:cxn ang="0">
                <a:pos x="3960" y="432"/>
              </a:cxn>
              <a:cxn ang="0">
                <a:pos x="5688" y="1000"/>
              </a:cxn>
              <a:cxn ang="0">
                <a:pos x="5693" y="6"/>
              </a:cxn>
              <a:cxn ang="0">
                <a:pos x="0" y="0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49" y="545"/>
                  <a:pt x="844" y="377"/>
                  <a:pt x="1504" y="352"/>
                </a:cubicBezTo>
                <a:cubicBezTo>
                  <a:pt x="2168" y="300"/>
                  <a:pt x="3246" y="322"/>
                  <a:pt x="3960" y="432"/>
                </a:cubicBezTo>
                <a:cubicBezTo>
                  <a:pt x="4641" y="548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7451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kumimoji="0" lang="ko-KR" altLang="en-US" sz="1600" i="0" dirty="0">
              <a:solidFill>
                <a:srgbClr val="000066"/>
              </a:solidFill>
              <a:latin typeface="Arial" pitchFamily="34" charset="0"/>
              <a:ea typeface="굴림" pitchFamily="50" charset="-127"/>
              <a:cs typeface="태-활체D"/>
            </a:endParaRPr>
          </a:p>
        </p:txBody>
      </p:sp>
      <p:sp>
        <p:nvSpPr>
          <p:cNvPr id="3075" name="Freeform 3">
            <a:extLst>
              <a:ext uri="{FF2B5EF4-FFF2-40B4-BE49-F238E27FC236}">
                <a16:creationId xmlns:a16="http://schemas.microsoft.com/office/drawing/2014/main" id="{3A7A3412-7F0F-1BD2-9141-AB718262802B}"/>
              </a:ext>
            </a:extLst>
          </p:cNvPr>
          <p:cNvSpPr>
            <a:spLocks/>
          </p:cNvSpPr>
          <p:nvPr/>
        </p:nvSpPr>
        <p:spPr bwMode="gray">
          <a:xfrm>
            <a:off x="84667" y="63501"/>
            <a:ext cx="12050184" cy="1604963"/>
          </a:xfrm>
          <a:custGeom>
            <a:avLst/>
            <a:gdLst>
              <a:gd name="T0" fmla="*/ 0 w 5693"/>
              <a:gd name="T1" fmla="*/ 2147483646 h 1000"/>
              <a:gd name="T2" fmla="*/ 2147483646 w 5693"/>
              <a:gd name="T3" fmla="*/ 2147483646 h 1000"/>
              <a:gd name="T4" fmla="*/ 2147483646 w 5693"/>
              <a:gd name="T5" fmla="*/ 2147483646 h 1000"/>
              <a:gd name="T6" fmla="*/ 2147483646 w 5693"/>
              <a:gd name="T7" fmla="*/ 2147483646 h 1000"/>
              <a:gd name="T8" fmla="*/ 2147483646 w 5693"/>
              <a:gd name="T9" fmla="*/ 2147483646 h 1000"/>
              <a:gd name="T10" fmla="*/ 0 w 5693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53" y="552"/>
                  <a:pt x="820" y="405"/>
                  <a:pt x="1520" y="392"/>
                </a:cubicBezTo>
                <a:cubicBezTo>
                  <a:pt x="2184" y="340"/>
                  <a:pt x="3486" y="394"/>
                  <a:pt x="4200" y="504"/>
                </a:cubicBezTo>
                <a:cubicBezTo>
                  <a:pt x="4881" y="620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4437F7DA-91AF-4B7D-0A98-6F0DAAFA5299}"/>
              </a:ext>
            </a:extLst>
          </p:cNvPr>
          <p:cNvSpPr>
            <a:spLocks noChangeShapeType="1"/>
          </p:cNvSpPr>
          <p:nvPr/>
        </p:nvSpPr>
        <p:spPr bwMode="gray">
          <a:xfrm>
            <a:off x="431801" y="6500813"/>
            <a:ext cx="11425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grpSp>
        <p:nvGrpSpPr>
          <p:cNvPr id="3077" name="Group 5">
            <a:extLst>
              <a:ext uri="{FF2B5EF4-FFF2-40B4-BE49-F238E27FC236}">
                <a16:creationId xmlns:a16="http://schemas.microsoft.com/office/drawing/2014/main" id="{05B10CF8-D292-DA6B-CE7F-B5762B492109}"/>
              </a:ext>
            </a:extLst>
          </p:cNvPr>
          <p:cNvGrpSpPr>
            <a:grpSpLocks/>
          </p:cNvGrpSpPr>
          <p:nvPr/>
        </p:nvGrpSpPr>
        <p:grpSpPr bwMode="auto">
          <a:xfrm>
            <a:off x="0" y="3175"/>
            <a:ext cx="12192000" cy="6854825"/>
            <a:chOff x="0" y="2"/>
            <a:chExt cx="5760" cy="4318"/>
          </a:xfrm>
        </p:grpSpPr>
        <p:grpSp>
          <p:nvGrpSpPr>
            <p:cNvPr id="3082" name="Group 6">
              <a:extLst>
                <a:ext uri="{FF2B5EF4-FFF2-40B4-BE49-F238E27FC236}">
                  <a16:creationId xmlns:a16="http://schemas.microsoft.com/office/drawing/2014/main" id="{FC8A242A-9798-1A19-3A2D-459693C0960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"/>
              <a:ext cx="5760" cy="4318"/>
              <a:chOff x="0" y="2"/>
              <a:chExt cx="5760" cy="4318"/>
            </a:xfrm>
          </p:grpSpPr>
          <p:sp>
            <p:nvSpPr>
              <p:cNvPr id="3084" name="Freeform 7">
                <a:extLst>
                  <a:ext uri="{FF2B5EF4-FFF2-40B4-BE49-F238E27FC236}">
                    <a16:creationId xmlns:a16="http://schemas.microsoft.com/office/drawing/2014/main" id="{B3D253EB-423D-1FF6-F12B-54450B5D24B9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4023"/>
                <a:ext cx="275" cy="297"/>
              </a:xfrm>
              <a:custGeom>
                <a:avLst/>
                <a:gdLst>
                  <a:gd name="T0" fmla="*/ 275 w 275"/>
                  <a:gd name="T1" fmla="*/ 291 h 297"/>
                  <a:gd name="T2" fmla="*/ 112 w 275"/>
                  <a:gd name="T3" fmla="*/ 211 h 297"/>
                  <a:gd name="T4" fmla="*/ 28 w 275"/>
                  <a:gd name="T5" fmla="*/ 127 h 297"/>
                  <a:gd name="T6" fmla="*/ 0 w 275"/>
                  <a:gd name="T7" fmla="*/ 0 h 297"/>
                  <a:gd name="T8" fmla="*/ 1 w 275"/>
                  <a:gd name="T9" fmla="*/ 297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5" h="297">
                    <a:moveTo>
                      <a:pt x="275" y="291"/>
                    </a:moveTo>
                    <a:lnTo>
                      <a:pt x="112" y="211"/>
                    </a:lnTo>
                    <a:lnTo>
                      <a:pt x="28" y="127"/>
                    </a:lnTo>
                    <a:lnTo>
                      <a:pt x="0" y="0"/>
                    </a:lnTo>
                    <a:lnTo>
                      <a:pt x="1" y="297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3085" name="AutoShape 8">
                <a:extLst>
                  <a:ext uri="{FF2B5EF4-FFF2-40B4-BE49-F238E27FC236}">
                    <a16:creationId xmlns:a16="http://schemas.microsoft.com/office/drawing/2014/main" id="{91A9655E-E81D-6263-8346-2FBE0E0F20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20" y="26"/>
                <a:ext cx="5715" cy="4265"/>
              </a:xfrm>
              <a:prstGeom prst="roundRect">
                <a:avLst>
                  <a:gd name="adj" fmla="val 6227"/>
                </a:avLst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algn="ctr" latinLnBrk="0">
                  <a:lnSpc>
                    <a:spcPct val="95000"/>
                  </a:lnSpc>
                  <a:spcBef>
                    <a:spcPct val="30000"/>
                  </a:spcBef>
                  <a:buClr>
                    <a:srgbClr val="0000FF"/>
                  </a:buClr>
                  <a:buFont typeface="Wingdings" panose="05000000000000000000" pitchFamily="2" charset="2"/>
                  <a:buNone/>
                  <a:defRPr/>
                </a:pPr>
                <a:endParaRPr kumimoji="0" lang="ko-KR" altLang="en-US" sz="1600" i="0" dirty="0">
                  <a:solidFill>
                    <a:srgbClr val="000066"/>
                  </a:solidFill>
                  <a:latin typeface="Arial" panose="020B0604020202020204" pitchFamily="34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3086" name="Freeform 9">
                <a:extLst>
                  <a:ext uri="{FF2B5EF4-FFF2-40B4-BE49-F238E27FC236}">
                    <a16:creationId xmlns:a16="http://schemas.microsoft.com/office/drawing/2014/main" id="{4CD4BCB5-DEE2-39AF-1A01-404A1D3CE84F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2"/>
                <a:ext cx="290" cy="315"/>
              </a:xfrm>
              <a:custGeom>
                <a:avLst/>
                <a:gdLst>
                  <a:gd name="T0" fmla="*/ 1 w 290"/>
                  <a:gd name="T1" fmla="*/ 315 h 315"/>
                  <a:gd name="T2" fmla="*/ 122 w 290"/>
                  <a:gd name="T3" fmla="*/ 97 h 315"/>
                  <a:gd name="T4" fmla="*/ 279 w 290"/>
                  <a:gd name="T5" fmla="*/ 0 h 315"/>
                  <a:gd name="T6" fmla="*/ 0 w 290"/>
                  <a:gd name="T7" fmla="*/ 1 h 3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0" h="315">
                    <a:moveTo>
                      <a:pt x="1" y="315"/>
                    </a:moveTo>
                    <a:cubicBezTo>
                      <a:pt x="21" y="279"/>
                      <a:pt x="76" y="150"/>
                      <a:pt x="122" y="97"/>
                    </a:cubicBezTo>
                    <a:cubicBezTo>
                      <a:pt x="163" y="44"/>
                      <a:pt x="290" y="23"/>
                      <a:pt x="279" y="0"/>
                    </a:cubicBezTo>
                    <a:lnTo>
                      <a:pt x="0" y="1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3087" name="Freeform 10">
                <a:extLst>
                  <a:ext uri="{FF2B5EF4-FFF2-40B4-BE49-F238E27FC236}">
                    <a16:creationId xmlns:a16="http://schemas.microsoft.com/office/drawing/2014/main" id="{1D2D0CC1-4A60-1DBA-18F9-745803EF4FFE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5507" y="4031"/>
                <a:ext cx="253" cy="287"/>
              </a:xfrm>
              <a:custGeom>
                <a:avLst/>
                <a:gdLst>
                  <a:gd name="T0" fmla="*/ 250 w 253"/>
                  <a:gd name="T1" fmla="*/ 0 h 287"/>
                  <a:gd name="T2" fmla="*/ 179 w 253"/>
                  <a:gd name="T3" fmla="*/ 143 h 287"/>
                  <a:gd name="T4" fmla="*/ 85 w 253"/>
                  <a:gd name="T5" fmla="*/ 236 h 287"/>
                  <a:gd name="T6" fmla="*/ 0 w 253"/>
                  <a:gd name="T7" fmla="*/ 287 h 287"/>
                  <a:gd name="T8" fmla="*/ 253 w 253"/>
                  <a:gd name="T9" fmla="*/ 284 h 2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3" h="287">
                    <a:moveTo>
                      <a:pt x="250" y="0"/>
                    </a:moveTo>
                    <a:lnTo>
                      <a:pt x="179" y="143"/>
                    </a:lnTo>
                    <a:lnTo>
                      <a:pt x="85" y="236"/>
                    </a:lnTo>
                    <a:lnTo>
                      <a:pt x="0" y="287"/>
                    </a:lnTo>
                    <a:lnTo>
                      <a:pt x="253" y="28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800" dirty="0"/>
              </a:p>
            </p:txBody>
          </p:sp>
        </p:grpSp>
        <p:sp>
          <p:nvSpPr>
            <p:cNvPr id="3083" name="Freeform 11">
              <a:extLst>
                <a:ext uri="{FF2B5EF4-FFF2-40B4-BE49-F238E27FC236}">
                  <a16:creationId xmlns:a16="http://schemas.microsoft.com/office/drawing/2014/main" id="{04E3A986-EB92-460B-9904-A182AA2A4E56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75" y="3"/>
              <a:ext cx="281" cy="344"/>
            </a:xfrm>
            <a:custGeom>
              <a:avLst/>
              <a:gdLst>
                <a:gd name="T0" fmla="*/ 0 w 281"/>
                <a:gd name="T1" fmla="*/ 0 h 348"/>
                <a:gd name="T2" fmla="*/ 202 w 281"/>
                <a:gd name="T3" fmla="*/ 71 h 348"/>
                <a:gd name="T4" fmla="*/ 281 w 281"/>
                <a:gd name="T5" fmla="*/ 250 h 348"/>
                <a:gd name="T6" fmla="*/ 281 w 281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1" h="348">
                  <a:moveTo>
                    <a:pt x="0" y="0"/>
                  </a:moveTo>
                  <a:cubicBezTo>
                    <a:pt x="33" y="16"/>
                    <a:pt x="125" y="6"/>
                    <a:pt x="202" y="96"/>
                  </a:cubicBezTo>
                  <a:cubicBezTo>
                    <a:pt x="279" y="186"/>
                    <a:pt x="268" y="348"/>
                    <a:pt x="281" y="332"/>
                  </a:cubicBezTo>
                  <a:lnTo>
                    <a:pt x="281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sz="2800" dirty="0"/>
            </a:p>
          </p:txBody>
        </p:sp>
      </p:grpSp>
      <p:sp>
        <p:nvSpPr>
          <p:cNvPr id="3078" name="Rectangle 12">
            <a:extLst>
              <a:ext uri="{FF2B5EF4-FFF2-40B4-BE49-F238E27FC236}">
                <a16:creationId xmlns:a16="http://schemas.microsoft.com/office/drawing/2014/main" id="{387D07C4-2443-3E14-2AE6-8D2420D0A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609600" y="117476"/>
            <a:ext cx="10972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9" name="Rectangle 13">
            <a:extLst>
              <a:ext uri="{FF2B5EF4-FFF2-40B4-BE49-F238E27FC236}">
                <a16:creationId xmlns:a16="http://schemas.microsoft.com/office/drawing/2014/main" id="{2FEE8C49-C538-43D4-84EC-75BE64FD9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19200"/>
            <a:ext cx="107696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47472" name="Rectangle 16">
            <a:extLst>
              <a:ext uri="{FF2B5EF4-FFF2-40B4-BE49-F238E27FC236}">
                <a16:creationId xmlns:a16="http://schemas.microsoft.com/office/drawing/2014/main" id="{4525164F-8FC4-2540-4523-9B4A1912A8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" y="6521450"/>
            <a:ext cx="8128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200" i="0">
                <a:solidFill>
                  <a:srgbClr val="00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C5D7D6D-211C-43AB-82D8-88C0261C5DF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47473" name="Rectangle 17">
            <a:extLst>
              <a:ext uri="{FF2B5EF4-FFF2-40B4-BE49-F238E27FC236}">
                <a16:creationId xmlns:a16="http://schemas.microsoft.com/office/drawing/2014/main" id="{14470CED-63F8-1C65-2089-6D997421AF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1"/>
            <a:ext cx="38608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 i="0">
                <a:solidFill>
                  <a:srgbClr val="000066"/>
                </a:solidFill>
                <a:latin typeface="Arial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1DE9010F-F1C2-FD59-A766-1206DE78E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D95519E3-8A5F-AB8C-2234-040C5CFDB3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675C75CA-C515-215C-23B8-AC5E16E5CF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5CBFEB07-C4DA-5224-9220-BBDD51D243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A3CA9FA-314E-4C51-A725-FE1B87C5337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4102" name="Rectangle 14">
            <a:extLst>
              <a:ext uri="{FF2B5EF4-FFF2-40B4-BE49-F238E27FC236}">
                <a16:creationId xmlns:a16="http://schemas.microsoft.com/office/drawing/2014/main" id="{E2307CAD-AF69-77C3-C4B5-B8B5B64F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BC5F4282-F55E-A51E-8B2B-2BD61AF5F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  <a:ea typeface="굴림" pitchFamily="50" charset="-127"/>
            </a:endParaRPr>
          </a:p>
        </p:txBody>
      </p:sp>
      <p:grpSp>
        <p:nvGrpSpPr>
          <p:cNvPr id="4104" name="Group 7">
            <a:extLst>
              <a:ext uri="{FF2B5EF4-FFF2-40B4-BE49-F238E27FC236}">
                <a16:creationId xmlns:a16="http://schemas.microsoft.com/office/drawing/2014/main" id="{5BAAFEAD-6016-41B3-8E5D-31F96A3EF699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4105" name="Group 8">
              <a:extLst>
                <a:ext uri="{FF2B5EF4-FFF2-40B4-BE49-F238E27FC236}">
                  <a16:creationId xmlns:a16="http://schemas.microsoft.com/office/drawing/2014/main" id="{184D1405-69FE-A2C0-CCA9-5F331BF8C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4107" name="Rectangle 9">
                <a:extLst>
                  <a:ext uri="{FF2B5EF4-FFF2-40B4-BE49-F238E27FC236}">
                    <a16:creationId xmlns:a16="http://schemas.microsoft.com/office/drawing/2014/main" id="{96BD1612-9BA0-158A-0554-3501DA473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solidFill>
                    <a:srgbClr val="000000"/>
                  </a:solidFill>
                  <a:ea typeface="굴림" panose="020B0600000101010101" pitchFamily="50" charset="-127"/>
                </a:endParaRPr>
              </a:p>
            </p:txBody>
          </p:sp>
          <p:grpSp>
            <p:nvGrpSpPr>
              <p:cNvPr id="4108" name="Group 10">
                <a:extLst>
                  <a:ext uri="{FF2B5EF4-FFF2-40B4-BE49-F238E27FC236}">
                    <a16:creationId xmlns:a16="http://schemas.microsoft.com/office/drawing/2014/main" id="{432E31C8-87FE-D5D9-F59A-546E446A15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4109" name="Picture 11" descr="111">
                  <a:extLst>
                    <a:ext uri="{FF2B5EF4-FFF2-40B4-BE49-F238E27FC236}">
                      <a16:creationId xmlns:a16="http://schemas.microsoft.com/office/drawing/2014/main" id="{1FCA22F7-6980-FCB7-E8DB-7A42EEB76A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10" name="Picture 12" descr="ozoc111_148 copy">
                  <a:extLst>
                    <a:ext uri="{FF2B5EF4-FFF2-40B4-BE49-F238E27FC236}">
                      <a16:creationId xmlns:a16="http://schemas.microsoft.com/office/drawing/2014/main" id="{DEA36403-FFDB-90CD-278A-F16AE3F1A45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58B378A1-B1A0-615D-7DD1-CF86F49A3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solidFill>
                  <a:srgbClr val="000000"/>
                </a:solidFill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B210BE6F-E8FC-F2DF-9360-A526E784C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A2D33F9-833E-FB0F-4ABF-A5E73A2E04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99F59471-4ACD-C06F-DC04-AC9F8AC1EF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8674E1B1-6FCC-EDBB-FF5F-A11BBDB40F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31D0E83-1021-45B5-8AD2-1EFA3BAF3BB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5126" name="Rectangle 14">
            <a:extLst>
              <a:ext uri="{FF2B5EF4-FFF2-40B4-BE49-F238E27FC236}">
                <a16:creationId xmlns:a16="http://schemas.microsoft.com/office/drawing/2014/main" id="{17FB5B11-6101-5147-28D8-F54B02B6F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F7E139CC-21A7-3D15-1389-87AE78D9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  <a:ea typeface="굴림" pitchFamily="50" charset="-127"/>
            </a:endParaRPr>
          </a:p>
        </p:txBody>
      </p:sp>
      <p:grpSp>
        <p:nvGrpSpPr>
          <p:cNvPr id="5128" name="Group 7">
            <a:extLst>
              <a:ext uri="{FF2B5EF4-FFF2-40B4-BE49-F238E27FC236}">
                <a16:creationId xmlns:a16="http://schemas.microsoft.com/office/drawing/2014/main" id="{B18513D2-4449-3EA3-7864-D623D1C8A1AF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5129" name="Group 8">
              <a:extLst>
                <a:ext uri="{FF2B5EF4-FFF2-40B4-BE49-F238E27FC236}">
                  <a16:creationId xmlns:a16="http://schemas.microsoft.com/office/drawing/2014/main" id="{38D06C8F-6A27-6A17-AEFB-826DCFB3B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5131" name="Rectangle 9">
                <a:extLst>
                  <a:ext uri="{FF2B5EF4-FFF2-40B4-BE49-F238E27FC236}">
                    <a16:creationId xmlns:a16="http://schemas.microsoft.com/office/drawing/2014/main" id="{D61CB96B-BC73-FC57-2E4A-24BF49275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solidFill>
                    <a:srgbClr val="000000"/>
                  </a:solidFill>
                  <a:ea typeface="굴림" panose="020B0600000101010101" pitchFamily="50" charset="-127"/>
                </a:endParaRPr>
              </a:p>
            </p:txBody>
          </p:sp>
          <p:grpSp>
            <p:nvGrpSpPr>
              <p:cNvPr id="5132" name="Group 10">
                <a:extLst>
                  <a:ext uri="{FF2B5EF4-FFF2-40B4-BE49-F238E27FC236}">
                    <a16:creationId xmlns:a16="http://schemas.microsoft.com/office/drawing/2014/main" id="{1740CB6B-5469-FAC6-9D1C-503BBB3658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5133" name="Picture 11" descr="111">
                  <a:extLst>
                    <a:ext uri="{FF2B5EF4-FFF2-40B4-BE49-F238E27FC236}">
                      <a16:creationId xmlns:a16="http://schemas.microsoft.com/office/drawing/2014/main" id="{FDE5D4EF-D1A9-71AA-B438-9D898B11C6E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34" name="Picture 12" descr="ozoc111_148 copy">
                  <a:extLst>
                    <a:ext uri="{FF2B5EF4-FFF2-40B4-BE49-F238E27FC236}">
                      <a16:creationId xmlns:a16="http://schemas.microsoft.com/office/drawing/2014/main" id="{0898B0FC-7875-3DB3-D8D6-F69414F588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6AE8E1D2-4510-5103-FDBA-D748F23C2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solidFill>
                  <a:srgbClr val="000000"/>
                </a:solidFill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3FE14DA2-E2D9-1831-FBD6-B09243463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0354B7C-FB2B-CFD9-3D8F-C5B2337EE2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4DD5CF1-4199-F142-F797-BD765F31F1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966C8462-25AE-034A-A629-0BCA9DE685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59E8585-E3C5-497A-B05A-315F965AAF16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150" name="Rectangle 14">
            <a:extLst>
              <a:ext uri="{FF2B5EF4-FFF2-40B4-BE49-F238E27FC236}">
                <a16:creationId xmlns:a16="http://schemas.microsoft.com/office/drawing/2014/main" id="{27AFA74A-91CB-5292-FFDB-4A3A11F5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B0A305F6-284F-1A9C-AA70-8DC41462C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grpSp>
        <p:nvGrpSpPr>
          <p:cNvPr id="6152" name="Group 7">
            <a:extLst>
              <a:ext uri="{FF2B5EF4-FFF2-40B4-BE49-F238E27FC236}">
                <a16:creationId xmlns:a16="http://schemas.microsoft.com/office/drawing/2014/main" id="{16F721E2-0440-E456-8DA0-5237A6F5D7F4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6153" name="Group 8">
              <a:extLst>
                <a:ext uri="{FF2B5EF4-FFF2-40B4-BE49-F238E27FC236}">
                  <a16:creationId xmlns:a16="http://schemas.microsoft.com/office/drawing/2014/main" id="{88DB8A39-3B95-0E16-57CF-4AA51267F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6155" name="Rectangle 9">
                <a:extLst>
                  <a:ext uri="{FF2B5EF4-FFF2-40B4-BE49-F238E27FC236}">
                    <a16:creationId xmlns:a16="http://schemas.microsoft.com/office/drawing/2014/main" id="{E6B2B5A0-B054-89E1-FF9E-AAF514278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6156" name="Group 10">
                <a:extLst>
                  <a:ext uri="{FF2B5EF4-FFF2-40B4-BE49-F238E27FC236}">
                    <a16:creationId xmlns:a16="http://schemas.microsoft.com/office/drawing/2014/main" id="{C1E38E53-DB6E-5424-EBA9-95CB0E3540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6157" name="Picture 11" descr="111">
                  <a:extLst>
                    <a:ext uri="{FF2B5EF4-FFF2-40B4-BE49-F238E27FC236}">
                      <a16:creationId xmlns:a16="http://schemas.microsoft.com/office/drawing/2014/main" id="{7352523A-2169-CB98-C586-FFF04F9B9CD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58" name="Picture 12" descr="ozoc111_148 copy">
                  <a:extLst>
                    <a:ext uri="{FF2B5EF4-FFF2-40B4-BE49-F238E27FC236}">
                      <a16:creationId xmlns:a16="http://schemas.microsoft.com/office/drawing/2014/main" id="{692873B8-2B37-8099-731B-3144F29864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ED8707C2-AF13-B448-9BCC-0B3C6045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8B532E81-35FA-B186-D0CD-3FBBCFBB9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2AE8A2D-376C-A392-8A23-E37DD321EF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8FC7500-1811-C035-F3FB-1B09812FF2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B47D0D82-CD3E-19F0-5E32-0E02DDADD2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7EAE3CFE-E5E0-4116-90A9-26F43AE759F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7174" name="Rectangle 14">
            <a:extLst>
              <a:ext uri="{FF2B5EF4-FFF2-40B4-BE49-F238E27FC236}">
                <a16:creationId xmlns:a16="http://schemas.microsoft.com/office/drawing/2014/main" id="{B38D843D-A149-BB75-D672-D2D840C3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81D8F93C-01FA-0E0A-1780-CC346500F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grpSp>
        <p:nvGrpSpPr>
          <p:cNvPr id="7176" name="Group 7">
            <a:extLst>
              <a:ext uri="{FF2B5EF4-FFF2-40B4-BE49-F238E27FC236}">
                <a16:creationId xmlns:a16="http://schemas.microsoft.com/office/drawing/2014/main" id="{6255FC83-51AB-A7AE-CCE3-1D8B19AD4D68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7177" name="Group 8">
              <a:extLst>
                <a:ext uri="{FF2B5EF4-FFF2-40B4-BE49-F238E27FC236}">
                  <a16:creationId xmlns:a16="http://schemas.microsoft.com/office/drawing/2014/main" id="{CC3B19F1-3EB4-15D3-AD5B-1030E69E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7179" name="Rectangle 9">
                <a:extLst>
                  <a:ext uri="{FF2B5EF4-FFF2-40B4-BE49-F238E27FC236}">
                    <a16:creationId xmlns:a16="http://schemas.microsoft.com/office/drawing/2014/main" id="{0FCF35CB-8F54-E0E1-B96E-DC187966F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7180" name="Group 10">
                <a:extLst>
                  <a:ext uri="{FF2B5EF4-FFF2-40B4-BE49-F238E27FC236}">
                    <a16:creationId xmlns:a16="http://schemas.microsoft.com/office/drawing/2014/main" id="{DCC30266-CF7D-951B-0811-93FCFEE7C5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7181" name="Picture 11" descr="111">
                  <a:extLst>
                    <a:ext uri="{FF2B5EF4-FFF2-40B4-BE49-F238E27FC236}">
                      <a16:creationId xmlns:a16="http://schemas.microsoft.com/office/drawing/2014/main" id="{5BA82DF5-2187-B47A-FDDE-C6BD468B81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82" name="Picture 12" descr="ozoc111_148 copy">
                  <a:extLst>
                    <a:ext uri="{FF2B5EF4-FFF2-40B4-BE49-F238E27FC236}">
                      <a16:creationId xmlns:a16="http://schemas.microsoft.com/office/drawing/2014/main" id="{EE0F2502-A930-65AB-A2C4-40B5F013FE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532832FC-9B13-5157-4D14-EAA940256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087483FE-D987-DD03-FBE7-3CE778E79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B424906-ED68-ACDA-4303-C5D9A0FDD1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EE8B90A8-1BAE-1E9B-4932-D933E042AA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327297C-11F8-0342-3980-84F5BECBC4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7EEA4A54-DCA0-40F0-B5BD-F9EB71A9997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8198" name="Rectangle 14">
            <a:extLst>
              <a:ext uri="{FF2B5EF4-FFF2-40B4-BE49-F238E27FC236}">
                <a16:creationId xmlns:a16="http://schemas.microsoft.com/office/drawing/2014/main" id="{FC95BBB6-DF4D-B1C0-0BEC-8D778FDE4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BBAB1A57-D485-C28D-87FA-FC2C6ACB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solidFill>
                <a:srgbClr val="000000"/>
              </a:solidFill>
            </a:endParaRPr>
          </a:p>
        </p:txBody>
      </p:sp>
      <p:grpSp>
        <p:nvGrpSpPr>
          <p:cNvPr id="8200" name="Group 7">
            <a:extLst>
              <a:ext uri="{FF2B5EF4-FFF2-40B4-BE49-F238E27FC236}">
                <a16:creationId xmlns:a16="http://schemas.microsoft.com/office/drawing/2014/main" id="{9029106C-E6D5-6692-8831-6A323F6B1284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8201" name="Group 8">
              <a:extLst>
                <a:ext uri="{FF2B5EF4-FFF2-40B4-BE49-F238E27FC236}">
                  <a16:creationId xmlns:a16="http://schemas.microsoft.com/office/drawing/2014/main" id="{D38EDC3E-D96B-CEE4-DDBE-6B7F9FF33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8203" name="Rectangle 9">
                <a:extLst>
                  <a:ext uri="{FF2B5EF4-FFF2-40B4-BE49-F238E27FC236}">
                    <a16:creationId xmlns:a16="http://schemas.microsoft.com/office/drawing/2014/main" id="{771F463F-7924-21FB-69BE-A8D47B5D4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8204" name="Group 10">
                <a:extLst>
                  <a:ext uri="{FF2B5EF4-FFF2-40B4-BE49-F238E27FC236}">
                    <a16:creationId xmlns:a16="http://schemas.microsoft.com/office/drawing/2014/main" id="{066D73E6-1291-BB3D-0D88-722A4DE85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8205" name="Picture 11" descr="111">
                  <a:extLst>
                    <a:ext uri="{FF2B5EF4-FFF2-40B4-BE49-F238E27FC236}">
                      <a16:creationId xmlns:a16="http://schemas.microsoft.com/office/drawing/2014/main" id="{4A3BFDED-D51A-F728-82C6-256C6E7A33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06" name="Picture 12" descr="ozoc111_148 copy">
                  <a:extLst>
                    <a:ext uri="{FF2B5EF4-FFF2-40B4-BE49-F238E27FC236}">
                      <a16:creationId xmlns:a16="http://schemas.microsoft.com/office/drawing/2014/main" id="{873D5F36-F9BD-B366-76D4-C9E7FBD74D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80CDC696-6CB8-D73C-AD67-1D3C3311E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reeform 2">
            <a:extLst>
              <a:ext uri="{FF2B5EF4-FFF2-40B4-BE49-F238E27FC236}">
                <a16:creationId xmlns:a16="http://schemas.microsoft.com/office/drawing/2014/main" id="{B780F2F3-645F-7DF7-6F87-57667FFE090E}"/>
              </a:ext>
            </a:extLst>
          </p:cNvPr>
          <p:cNvSpPr>
            <a:spLocks/>
          </p:cNvSpPr>
          <p:nvPr/>
        </p:nvSpPr>
        <p:spPr bwMode="gray">
          <a:xfrm rot="-5400000">
            <a:off x="-2192867" y="2408767"/>
            <a:ext cx="6629400" cy="2116667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1504" y="352"/>
              </a:cxn>
              <a:cxn ang="0">
                <a:pos x="3960" y="432"/>
              </a:cxn>
              <a:cxn ang="0">
                <a:pos x="5688" y="1000"/>
              </a:cxn>
              <a:cxn ang="0">
                <a:pos x="5693" y="6"/>
              </a:cxn>
              <a:cxn ang="0">
                <a:pos x="0" y="0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49" y="545"/>
                  <a:pt x="844" y="377"/>
                  <a:pt x="1504" y="352"/>
                </a:cubicBezTo>
                <a:cubicBezTo>
                  <a:pt x="2168" y="300"/>
                  <a:pt x="3246" y="322"/>
                  <a:pt x="3960" y="432"/>
                </a:cubicBezTo>
                <a:cubicBezTo>
                  <a:pt x="4641" y="548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7451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eaLnBrk="1" latinLnBrk="1" hangingPunct="1">
              <a:defRPr/>
            </a:pPr>
            <a:endParaRPr lang="ko-KR" altLang="en-US" sz="2800" dirty="0">
              <a:solidFill>
                <a:srgbClr val="000066"/>
              </a:solidFill>
              <a:ea typeface="굴림" pitchFamily="50" charset="-127"/>
            </a:endParaRPr>
          </a:p>
        </p:txBody>
      </p:sp>
      <p:sp>
        <p:nvSpPr>
          <p:cNvPr id="9219" name="Freeform 3">
            <a:extLst>
              <a:ext uri="{FF2B5EF4-FFF2-40B4-BE49-F238E27FC236}">
                <a16:creationId xmlns:a16="http://schemas.microsoft.com/office/drawing/2014/main" id="{6C5E87B9-DBBA-D51C-4F69-ED5F294AA905}"/>
              </a:ext>
            </a:extLst>
          </p:cNvPr>
          <p:cNvSpPr>
            <a:spLocks/>
          </p:cNvSpPr>
          <p:nvPr/>
        </p:nvSpPr>
        <p:spPr bwMode="gray">
          <a:xfrm>
            <a:off x="84667" y="63501"/>
            <a:ext cx="12050184" cy="1604963"/>
          </a:xfrm>
          <a:custGeom>
            <a:avLst/>
            <a:gdLst>
              <a:gd name="T0" fmla="*/ 0 w 5693"/>
              <a:gd name="T1" fmla="*/ 2147483646 h 1000"/>
              <a:gd name="T2" fmla="*/ 2147483646 w 5693"/>
              <a:gd name="T3" fmla="*/ 2147483646 h 1000"/>
              <a:gd name="T4" fmla="*/ 2147483646 w 5693"/>
              <a:gd name="T5" fmla="*/ 2147483646 h 1000"/>
              <a:gd name="T6" fmla="*/ 2147483646 w 5693"/>
              <a:gd name="T7" fmla="*/ 2147483646 h 1000"/>
              <a:gd name="T8" fmla="*/ 2147483646 w 5693"/>
              <a:gd name="T9" fmla="*/ 2147483646 h 1000"/>
              <a:gd name="T10" fmla="*/ 0 w 5693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93" h="1000">
                <a:moveTo>
                  <a:pt x="0" y="584"/>
                </a:moveTo>
                <a:cubicBezTo>
                  <a:pt x="253" y="552"/>
                  <a:pt x="820" y="405"/>
                  <a:pt x="1520" y="392"/>
                </a:cubicBezTo>
                <a:cubicBezTo>
                  <a:pt x="2184" y="340"/>
                  <a:pt x="3486" y="394"/>
                  <a:pt x="4200" y="504"/>
                </a:cubicBezTo>
                <a:cubicBezTo>
                  <a:pt x="4881" y="620"/>
                  <a:pt x="5616" y="920"/>
                  <a:pt x="5688" y="1000"/>
                </a:cubicBezTo>
                <a:lnTo>
                  <a:pt x="5693" y="6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30E8DB0A-EC14-481F-128F-45E0508F0678}"/>
              </a:ext>
            </a:extLst>
          </p:cNvPr>
          <p:cNvSpPr>
            <a:spLocks noChangeShapeType="1"/>
          </p:cNvSpPr>
          <p:nvPr/>
        </p:nvSpPr>
        <p:spPr bwMode="gray">
          <a:xfrm>
            <a:off x="431801" y="6500813"/>
            <a:ext cx="11425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800" dirty="0"/>
          </a:p>
        </p:txBody>
      </p:sp>
      <p:grpSp>
        <p:nvGrpSpPr>
          <p:cNvPr id="9221" name="Group 5">
            <a:extLst>
              <a:ext uri="{FF2B5EF4-FFF2-40B4-BE49-F238E27FC236}">
                <a16:creationId xmlns:a16="http://schemas.microsoft.com/office/drawing/2014/main" id="{9839B97F-8A31-72F6-C5BC-062680768F1A}"/>
              </a:ext>
            </a:extLst>
          </p:cNvPr>
          <p:cNvGrpSpPr>
            <a:grpSpLocks/>
          </p:cNvGrpSpPr>
          <p:nvPr/>
        </p:nvGrpSpPr>
        <p:grpSpPr bwMode="auto">
          <a:xfrm>
            <a:off x="0" y="3175"/>
            <a:ext cx="12192000" cy="6854825"/>
            <a:chOff x="0" y="2"/>
            <a:chExt cx="5760" cy="4318"/>
          </a:xfrm>
        </p:grpSpPr>
        <p:grpSp>
          <p:nvGrpSpPr>
            <p:cNvPr id="9226" name="Group 6">
              <a:extLst>
                <a:ext uri="{FF2B5EF4-FFF2-40B4-BE49-F238E27FC236}">
                  <a16:creationId xmlns:a16="http://schemas.microsoft.com/office/drawing/2014/main" id="{76E5F86F-5111-C8F0-3333-EFC5890E3DA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"/>
              <a:ext cx="5760" cy="4318"/>
              <a:chOff x="0" y="2"/>
              <a:chExt cx="5760" cy="4318"/>
            </a:xfrm>
          </p:grpSpPr>
          <p:sp>
            <p:nvSpPr>
              <p:cNvPr id="9228" name="Freeform 7">
                <a:extLst>
                  <a:ext uri="{FF2B5EF4-FFF2-40B4-BE49-F238E27FC236}">
                    <a16:creationId xmlns:a16="http://schemas.microsoft.com/office/drawing/2014/main" id="{41405EB1-4359-F8FE-8EB7-35A28E43DD25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4023"/>
                <a:ext cx="275" cy="297"/>
              </a:xfrm>
              <a:custGeom>
                <a:avLst/>
                <a:gdLst>
                  <a:gd name="T0" fmla="*/ 275 w 275"/>
                  <a:gd name="T1" fmla="*/ 291 h 297"/>
                  <a:gd name="T2" fmla="*/ 112 w 275"/>
                  <a:gd name="T3" fmla="*/ 211 h 297"/>
                  <a:gd name="T4" fmla="*/ 28 w 275"/>
                  <a:gd name="T5" fmla="*/ 127 h 297"/>
                  <a:gd name="T6" fmla="*/ 0 w 275"/>
                  <a:gd name="T7" fmla="*/ 0 h 297"/>
                  <a:gd name="T8" fmla="*/ 1 w 275"/>
                  <a:gd name="T9" fmla="*/ 297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5" h="297">
                    <a:moveTo>
                      <a:pt x="275" y="291"/>
                    </a:moveTo>
                    <a:lnTo>
                      <a:pt x="112" y="211"/>
                    </a:lnTo>
                    <a:lnTo>
                      <a:pt x="28" y="127"/>
                    </a:lnTo>
                    <a:lnTo>
                      <a:pt x="0" y="0"/>
                    </a:lnTo>
                    <a:lnTo>
                      <a:pt x="1" y="297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9229" name="AutoShape 8">
                <a:extLst>
                  <a:ext uri="{FF2B5EF4-FFF2-40B4-BE49-F238E27FC236}">
                    <a16:creationId xmlns:a16="http://schemas.microsoft.com/office/drawing/2014/main" id="{6B815CA9-209F-8365-06A5-B13B0F0057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20" y="26"/>
                <a:ext cx="5715" cy="4265"/>
              </a:xfrm>
              <a:prstGeom prst="roundRect">
                <a:avLst>
                  <a:gd name="adj" fmla="val 6227"/>
                </a:avLst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defRPr/>
                </a:pPr>
                <a:endParaRPr lang="ko-KR" altLang="en-US" sz="2800" dirty="0">
                  <a:solidFill>
                    <a:srgbClr val="000066"/>
                  </a:solidFill>
                  <a:ea typeface="굴림" panose="020B0600000101010101" pitchFamily="50" charset="-127"/>
                </a:endParaRPr>
              </a:p>
            </p:txBody>
          </p:sp>
          <p:sp>
            <p:nvSpPr>
              <p:cNvPr id="9230" name="Freeform 9">
                <a:extLst>
                  <a:ext uri="{FF2B5EF4-FFF2-40B4-BE49-F238E27FC236}">
                    <a16:creationId xmlns:a16="http://schemas.microsoft.com/office/drawing/2014/main" id="{4FABE21B-25C7-6FB6-87BF-8D6455356E65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0" y="2"/>
                <a:ext cx="290" cy="315"/>
              </a:xfrm>
              <a:custGeom>
                <a:avLst/>
                <a:gdLst>
                  <a:gd name="T0" fmla="*/ 1 w 290"/>
                  <a:gd name="T1" fmla="*/ 315 h 315"/>
                  <a:gd name="T2" fmla="*/ 122 w 290"/>
                  <a:gd name="T3" fmla="*/ 97 h 315"/>
                  <a:gd name="T4" fmla="*/ 279 w 290"/>
                  <a:gd name="T5" fmla="*/ 0 h 315"/>
                  <a:gd name="T6" fmla="*/ 0 w 290"/>
                  <a:gd name="T7" fmla="*/ 1 h 3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0" h="315">
                    <a:moveTo>
                      <a:pt x="1" y="315"/>
                    </a:moveTo>
                    <a:cubicBezTo>
                      <a:pt x="21" y="279"/>
                      <a:pt x="76" y="150"/>
                      <a:pt x="122" y="97"/>
                    </a:cubicBezTo>
                    <a:cubicBezTo>
                      <a:pt x="163" y="44"/>
                      <a:pt x="290" y="23"/>
                      <a:pt x="279" y="0"/>
                    </a:cubicBezTo>
                    <a:lnTo>
                      <a:pt x="0" y="1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sz="2800" dirty="0"/>
              </a:p>
            </p:txBody>
          </p:sp>
          <p:sp>
            <p:nvSpPr>
              <p:cNvPr id="9231" name="Freeform 10">
                <a:extLst>
                  <a:ext uri="{FF2B5EF4-FFF2-40B4-BE49-F238E27FC236}">
                    <a16:creationId xmlns:a16="http://schemas.microsoft.com/office/drawing/2014/main" id="{D4719BFE-617A-699C-3ED8-163B5C52240B}"/>
                  </a:ext>
                </a:extLst>
              </p:cNvPr>
              <p:cNvSpPr>
                <a:spLocks/>
              </p:cNvSpPr>
              <p:nvPr userDrawn="1"/>
            </p:nvSpPr>
            <p:spPr bwMode="gray">
              <a:xfrm>
                <a:off x="5507" y="4031"/>
                <a:ext cx="253" cy="287"/>
              </a:xfrm>
              <a:custGeom>
                <a:avLst/>
                <a:gdLst>
                  <a:gd name="T0" fmla="*/ 250 w 253"/>
                  <a:gd name="T1" fmla="*/ 0 h 287"/>
                  <a:gd name="T2" fmla="*/ 179 w 253"/>
                  <a:gd name="T3" fmla="*/ 143 h 287"/>
                  <a:gd name="T4" fmla="*/ 85 w 253"/>
                  <a:gd name="T5" fmla="*/ 236 h 287"/>
                  <a:gd name="T6" fmla="*/ 0 w 253"/>
                  <a:gd name="T7" fmla="*/ 287 h 287"/>
                  <a:gd name="T8" fmla="*/ 253 w 253"/>
                  <a:gd name="T9" fmla="*/ 284 h 2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3" h="287">
                    <a:moveTo>
                      <a:pt x="250" y="0"/>
                    </a:moveTo>
                    <a:lnTo>
                      <a:pt x="179" y="143"/>
                    </a:lnTo>
                    <a:lnTo>
                      <a:pt x="85" y="236"/>
                    </a:lnTo>
                    <a:lnTo>
                      <a:pt x="0" y="287"/>
                    </a:lnTo>
                    <a:lnTo>
                      <a:pt x="253" y="28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800" dirty="0"/>
              </a:p>
            </p:txBody>
          </p:sp>
        </p:grpSp>
        <p:sp>
          <p:nvSpPr>
            <p:cNvPr id="9227" name="Freeform 11">
              <a:extLst>
                <a:ext uri="{FF2B5EF4-FFF2-40B4-BE49-F238E27FC236}">
                  <a16:creationId xmlns:a16="http://schemas.microsoft.com/office/drawing/2014/main" id="{7290F0BA-AADC-DDA9-4897-6BD09E61EF2F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75" y="3"/>
              <a:ext cx="281" cy="344"/>
            </a:xfrm>
            <a:custGeom>
              <a:avLst/>
              <a:gdLst>
                <a:gd name="T0" fmla="*/ 0 w 281"/>
                <a:gd name="T1" fmla="*/ 0 h 348"/>
                <a:gd name="T2" fmla="*/ 202 w 281"/>
                <a:gd name="T3" fmla="*/ 71 h 348"/>
                <a:gd name="T4" fmla="*/ 281 w 281"/>
                <a:gd name="T5" fmla="*/ 250 h 348"/>
                <a:gd name="T6" fmla="*/ 281 w 281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1" h="348">
                  <a:moveTo>
                    <a:pt x="0" y="0"/>
                  </a:moveTo>
                  <a:cubicBezTo>
                    <a:pt x="33" y="16"/>
                    <a:pt x="125" y="6"/>
                    <a:pt x="202" y="96"/>
                  </a:cubicBezTo>
                  <a:cubicBezTo>
                    <a:pt x="279" y="186"/>
                    <a:pt x="268" y="348"/>
                    <a:pt x="281" y="332"/>
                  </a:cubicBezTo>
                  <a:lnTo>
                    <a:pt x="281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sz="2800" dirty="0"/>
            </a:p>
          </p:txBody>
        </p:sp>
      </p:grpSp>
      <p:sp>
        <p:nvSpPr>
          <p:cNvPr id="9222" name="Rectangle 12">
            <a:extLst>
              <a:ext uri="{FF2B5EF4-FFF2-40B4-BE49-F238E27FC236}">
                <a16:creationId xmlns:a16="http://schemas.microsoft.com/office/drawing/2014/main" id="{22D397CE-0D00-D7F3-E00D-3731A129E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609600" y="117476"/>
            <a:ext cx="10972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9223" name="Rectangle 13">
            <a:extLst>
              <a:ext uri="{FF2B5EF4-FFF2-40B4-BE49-F238E27FC236}">
                <a16:creationId xmlns:a16="http://schemas.microsoft.com/office/drawing/2014/main" id="{299481FC-4C21-DA31-AEBD-988D755F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19200"/>
            <a:ext cx="107696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47472" name="Rectangle 16">
            <a:extLst>
              <a:ext uri="{FF2B5EF4-FFF2-40B4-BE49-F238E27FC236}">
                <a16:creationId xmlns:a16="http://schemas.microsoft.com/office/drawing/2014/main" id="{5153F211-8820-46FB-D847-DBE477D048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" y="6521450"/>
            <a:ext cx="8128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200">
                <a:solidFill>
                  <a:srgbClr val="00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CDF83BD-9B7C-49F4-A3A1-EC04253E668E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47473" name="Rectangle 17">
            <a:extLst>
              <a:ext uri="{FF2B5EF4-FFF2-40B4-BE49-F238E27FC236}">
                <a16:creationId xmlns:a16="http://schemas.microsoft.com/office/drawing/2014/main" id="{77E859DF-BB30-E542-7F30-1608EE3F95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1"/>
            <a:ext cx="38608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 b="1">
                <a:solidFill>
                  <a:srgbClr val="000066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D215BC0-BFD9-F88C-CA7A-A8C50F76C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6DE37562-8CB8-8097-ECE6-6CE5BFD76A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E4789184-6B3C-D0F1-3E0D-58992302B0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258392A-B4B1-BA8B-C86B-A686C425AA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8EF4E21-D2AC-4B5F-86FA-D18793DCC8F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30" name="Rectangle 14">
            <a:extLst>
              <a:ext uri="{FF2B5EF4-FFF2-40B4-BE49-F238E27FC236}">
                <a16:creationId xmlns:a16="http://schemas.microsoft.com/office/drawing/2014/main" id="{F38C82B2-D2CD-5451-465F-F81A8C42B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 charset="-127"/>
                <a:ea typeface="태-활체D" charset="-127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 dirty="0">
              <a:ea typeface="굴림" panose="020B0600000101010101" pitchFamily="50" charset="-127"/>
            </a:endParaRPr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CA23A898-75C0-A524-A6AA-D00D8D2AA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 dirty="0">
              <a:ea typeface="굴림" pitchFamily="50" charset="-127"/>
            </a:endParaRPr>
          </a:p>
        </p:txBody>
      </p:sp>
      <p:grpSp>
        <p:nvGrpSpPr>
          <p:cNvPr id="1032" name="Group 7">
            <a:extLst>
              <a:ext uri="{FF2B5EF4-FFF2-40B4-BE49-F238E27FC236}">
                <a16:creationId xmlns:a16="http://schemas.microsoft.com/office/drawing/2014/main" id="{C1A01F05-C71C-F19C-1F8C-A10072774F43}"/>
              </a:ext>
            </a:extLst>
          </p:cNvPr>
          <p:cNvGrpSpPr>
            <a:grpSpLocks/>
          </p:cNvGrpSpPr>
          <p:nvPr/>
        </p:nvGrpSpPr>
        <p:grpSpPr bwMode="auto"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1033" name="Group 8">
              <a:extLst>
                <a:ext uri="{FF2B5EF4-FFF2-40B4-BE49-F238E27FC236}">
                  <a16:creationId xmlns:a16="http://schemas.microsoft.com/office/drawing/2014/main" id="{6F231F8D-D82D-AE34-1AB3-DE490EDE4C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1035" name="Rectangle 9">
                <a:extLst>
                  <a:ext uri="{FF2B5EF4-FFF2-40B4-BE49-F238E27FC236}">
                    <a16:creationId xmlns:a16="http://schemas.microsoft.com/office/drawing/2014/main" id="{3249C942-95DF-75B2-D3CC-87119B394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 charset="-127"/>
                    <a:ea typeface="태-활체D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 dirty="0">
                  <a:ea typeface="굴림" panose="020B0600000101010101" pitchFamily="50" charset="-127"/>
                </a:endParaRPr>
              </a:p>
            </p:txBody>
          </p:sp>
          <p:grpSp>
            <p:nvGrpSpPr>
              <p:cNvPr id="1036" name="Group 10">
                <a:extLst>
                  <a:ext uri="{FF2B5EF4-FFF2-40B4-BE49-F238E27FC236}">
                    <a16:creationId xmlns:a16="http://schemas.microsoft.com/office/drawing/2014/main" id="{CF309424-0529-E1AB-2DA8-5F74577B2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1037" name="Picture 11" descr="111">
                  <a:extLst>
                    <a:ext uri="{FF2B5EF4-FFF2-40B4-BE49-F238E27FC236}">
                      <a16:creationId xmlns:a16="http://schemas.microsoft.com/office/drawing/2014/main" id="{42BF0751-4578-A786-ECBC-74574DF2020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8" name="Picture 12" descr="ozoc111_148 copy">
                  <a:extLst>
                    <a:ext uri="{FF2B5EF4-FFF2-40B4-BE49-F238E27FC236}">
                      <a16:creationId xmlns:a16="http://schemas.microsoft.com/office/drawing/2014/main" id="{DD2DBE29-E2FB-ECAE-0A66-5D856E6D1C7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2301" name="Oval 13">
              <a:extLst>
                <a:ext uri="{FF2B5EF4-FFF2-40B4-BE49-F238E27FC236}">
                  <a16:creationId xmlns:a16="http://schemas.microsoft.com/office/drawing/2014/main" id="{69525B9F-D5C9-286D-5EF2-B6030BA8C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16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 dirty="0"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588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4" r:id="rId1"/>
    <p:sldLayoutId id="2147484615" r:id="rId2"/>
    <p:sldLayoutId id="2147484616" r:id="rId3"/>
    <p:sldLayoutId id="2147484617" r:id="rId4"/>
    <p:sldLayoutId id="2147484618" r:id="rId5"/>
    <p:sldLayoutId id="2147484619" r:id="rId6"/>
    <p:sldLayoutId id="2147484620" r:id="rId7"/>
    <p:sldLayoutId id="2147484621" r:id="rId8"/>
    <p:sldLayoutId id="2147484622" r:id="rId9"/>
    <p:sldLayoutId id="2147484623" r:id="rId10"/>
    <p:sldLayoutId id="2147484624" r:id="rId11"/>
    <p:sldLayoutId id="2147484625" r:id="rId12"/>
    <p:sldLayoutId id="2147484626" r:id="rId13"/>
    <p:sldLayoutId id="2147484627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defRPr sz="1400" b="0" i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 eaLnBrk="1" latinLnBrk="1" hangingPunct="1">
              <a:defRPr sz="1400" b="0" i="0">
                <a:latin typeface="굴림"/>
                <a:ea typeface="굴림"/>
              </a:defRPr>
            </a:lvl1pPr>
          </a:lstStyle>
          <a:p>
            <a:pPr>
              <a:defRPr/>
            </a:pPr>
            <a:fld id="{48EF4E21-D2AC-4B5F-86FA-D18793DCC8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14"/>
          <p:cNvSpPr>
            <a:spLocks noChangeArrowheads="1"/>
          </p:cNvSpPr>
          <p:nvPr/>
        </p:nvSpPr>
        <p:spPr>
          <a:xfrm>
            <a:off x="0" y="836613"/>
            <a:ext cx="12192000" cy="6021387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50000">
                <a:srgbClr val="F8F8F8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latinLnBrk="1"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1pPr>
            <a:lvl2pPr marL="742950" indent="-285750" latinLnBrk="1"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2pPr>
            <a:lvl3pPr marL="1143000" indent="-228600" latinLnBrk="1"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3pPr>
            <a:lvl4pPr marL="1600200" indent="-228600" latinLnBrk="1"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4pPr>
            <a:lvl5pPr marL="2057400" indent="-228600" latinLnBrk="1"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태-활체D"/>
                <a:ea typeface="태-활체D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ko-KR" altLang="en-US" sz="2800">
              <a:ea typeface="굴림"/>
            </a:endParaRP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>
          <a:xfrm>
            <a:off x="-48683" y="6381750"/>
            <a:ext cx="12192001" cy="762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90"/>
                  <a:invGamma/>
                </a:schemeClr>
              </a:gs>
            </a:gsLst>
            <a:lin ang="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eaLnBrk="1" latinLnBrk="1" hangingPunct="1">
              <a:spcBef>
                <a:spcPct val="20000"/>
              </a:spcBef>
              <a:defRPr/>
            </a:pPr>
            <a:endParaRPr lang="ko-KR" altLang="en-US" sz="2800">
              <a:ea typeface="굴림"/>
            </a:endParaRPr>
          </a:p>
        </p:txBody>
      </p:sp>
      <p:grpSp>
        <p:nvGrpSpPr>
          <p:cNvPr id="1032" name="Group 7"/>
          <p:cNvGrpSpPr/>
          <p:nvPr/>
        </p:nvGrpSpPr>
        <p:grpSpPr>
          <a:xfrm>
            <a:off x="0" y="-387350"/>
            <a:ext cx="12528551" cy="1512888"/>
            <a:chOff x="0" y="-226"/>
            <a:chExt cx="5919" cy="1071"/>
          </a:xfrm>
        </p:grpSpPr>
        <p:grpSp>
          <p:nvGrpSpPr>
            <p:cNvPr id="1033" name="Group 8"/>
            <p:cNvGrpSpPr/>
            <p:nvPr/>
          </p:nvGrpSpPr>
          <p:grpSpPr>
            <a:xfrm>
              <a:off x="0" y="-226"/>
              <a:ext cx="5760" cy="1071"/>
              <a:chOff x="0" y="-226"/>
              <a:chExt cx="5760" cy="1071"/>
            </a:xfrm>
          </p:grpSpPr>
          <p:sp>
            <p:nvSpPr>
              <p:cNvPr id="1035" name="Rectangle 9"/>
              <p:cNvSpPr>
                <a:spLocks noChangeArrowheads="1"/>
              </p:cNvSpPr>
              <p:nvPr/>
            </p:nvSpPr>
            <p:spPr>
              <a:xfrm>
                <a:off x="0" y="0"/>
                <a:ext cx="5760" cy="61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767676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1pPr>
                <a:lvl2pPr marL="742950" indent="-285750" latinLnBrk="1"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2pPr>
                <a:lvl3pPr marL="1143000" indent="-228600" latinLnBrk="1"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3pPr>
                <a:lvl4pPr marL="1600200" indent="-228600" latinLnBrk="1"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4pPr>
                <a:lvl5pPr marL="2057400" indent="-228600" latinLnBrk="1"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태-활체D"/>
                    <a:ea typeface="태-활체D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defRPr/>
                </a:pPr>
                <a:endParaRPr lang="ko-KR" altLang="en-US" sz="2800">
                  <a:ea typeface="굴림"/>
                </a:endParaRPr>
              </a:p>
            </p:txBody>
          </p:sp>
          <p:grpSp>
            <p:nvGrpSpPr>
              <p:cNvPr id="1036" name="Group 10"/>
              <p:cNvGrpSpPr/>
              <p:nvPr/>
            </p:nvGrpSpPr>
            <p:grpSpPr>
              <a:xfrm>
                <a:off x="4522" y="-226"/>
                <a:ext cx="1238" cy="1071"/>
                <a:chOff x="4522" y="-226"/>
                <a:chExt cx="1238" cy="1071"/>
              </a:xfrm>
            </p:grpSpPr>
            <p:pic>
              <p:nvPicPr>
                <p:cNvPr id="1037" name="Picture 11" descr="111"/>
                <p:cNvPicPr>
                  <a:picLocks noChangeAspect="1" noChangeArrowheads="1"/>
                </p:cNvPicPr>
                <p:nvPr/>
              </p:nvPicPr>
              <p:blipFill rotWithShape="1">
                <a:blip r:embed="rId17"/>
                <a:srcRect/>
                <a:stretch>
                  <a:fillRect/>
                </a:stretch>
              </p:blipFill>
              <p:spPr>
                <a:xfrm>
                  <a:off x="4888" y="-226"/>
                  <a:ext cx="872" cy="10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38" name="Picture 12" descr="ozoc111_148 copy"/>
                <p:cNvPicPr>
                  <a:picLocks noChangeAspect="1" noChangeArrowheads="1"/>
                </p:cNvPicPr>
                <p:nvPr/>
              </p:nvPicPr>
              <p:blipFill rotWithShape="1">
                <a:blip r:embed="rId18"/>
                <a:srcRect/>
                <a:stretch>
                  <a:fillRect/>
                </a:stretch>
              </p:blipFill>
              <p:spPr>
                <a:xfrm>
                  <a:off x="4522" y="-20"/>
                  <a:ext cx="625" cy="7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2301" name="Oval 13"/>
            <p:cNvSpPr>
              <a:spLocks noChangeArrowheads="1"/>
            </p:cNvSpPr>
            <p:nvPr/>
          </p:nvSpPr>
          <p:spPr>
            <a:xfrm>
              <a:off x="4649" y="636"/>
              <a:ext cx="1270" cy="118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39220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1" latinLnBrk="1" hangingPunct="1">
                <a:spcBef>
                  <a:spcPct val="20000"/>
                </a:spcBef>
                <a:defRPr/>
              </a:pPr>
              <a:endParaRPr lang="ko-KR" altLang="en-US" sz="2800">
                <a:ea typeface="굴림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62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1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  <p:sldLayoutId id="2147484652" r:id="rId12"/>
    <p:sldLayoutId id="2147484653" r:id="rId13"/>
    <p:sldLayoutId id="2147484654" r:id="rId14"/>
    <p:sldLayoutId id="2147484655" r:id="rId15"/>
  </p:sldLayoutIdLst>
  <p:transition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/>
          <a:ea typeface="굴림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&#54844;&#54633;&#44592;%20&#52280;&#44256;&#51088;&#47308;.pdf" TargetMode="External"/><Relationship Id="rId2" Type="http://schemas.openxmlformats.org/officeDocument/2006/relationships/hyperlink" Target="1.&#50724;&#50689;%20&#48320;&#44221;&#44160;&#53664;%20&#48143;%20&#48372;&#50756;&#50836;&#52397;.pdf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hyperlink" Target="../&#54844;&#54633;&#44592;%20&#52280;&#44256;&#51088;&#47308;.pdf" TargetMode="External"/><Relationship Id="rId4" Type="http://schemas.openxmlformats.org/officeDocument/2006/relationships/hyperlink" Target="1.&#50724;&#50689;%20&#48320;&#44221;&#44160;&#53664;%20&#48143;%20&#48372;&#50756;&#50836;&#52397;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hyperlink" Target="../&#54844;&#54633;&#44592;%20&#52280;&#44256;&#51088;&#47308;.pdf" TargetMode="External"/><Relationship Id="rId4" Type="http://schemas.openxmlformats.org/officeDocument/2006/relationships/hyperlink" Target="1.&#50724;&#50689;%20&#48320;&#44221;&#44160;&#53664;%20&#48143;%20&#48372;&#50756;&#50836;&#52397;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CEF1B4B-72B1-176A-A210-0BEA070684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11624" y="2420939"/>
            <a:ext cx="6648450" cy="2384425"/>
          </a:xfrm>
          <a:effectLst>
            <a:outerShdw dist="35921" dir="2700000" algn="ctr" rotWithShape="0">
              <a:srgbClr val="0099FF"/>
            </a:outerShdw>
          </a:effectLst>
        </p:spPr>
        <p:txBody>
          <a:bodyPr/>
          <a:lstStyle/>
          <a:p>
            <a:r>
              <a:rPr lang="ko-KR" altLang="en-US" dirty="0">
                <a:latin typeface="-윤고딕140" panose="02030600000101010101" pitchFamily="18" charset="-127"/>
                <a:ea typeface="-윤고딕140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산업안전보건위원회</a:t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(2026. 1/4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분기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br>
              <a:rPr lang="en-US" altLang="ko-KR" dirty="0">
                <a:latin typeface="-윤고딕140" panose="02030600000101010101" pitchFamily="18" charset="-127"/>
                <a:ea typeface="-윤고딕140" panose="02030600000101010101" pitchFamily="18" charset="-127"/>
              </a:rPr>
            </a:br>
            <a:br>
              <a:rPr lang="en-US" altLang="ko-KR" dirty="0">
                <a:latin typeface="-윤고딕140" panose="02030600000101010101" pitchFamily="18" charset="-127"/>
                <a:ea typeface="-윤고딕140" panose="02030600000101010101" pitchFamily="18" charset="-127"/>
              </a:rPr>
            </a:br>
            <a:endParaRPr lang="en-US" altLang="ko-KR" sz="2400" dirty="0">
              <a:latin typeface="-윤고딕140" panose="02030600000101010101" pitchFamily="18" charset="-127"/>
              <a:ea typeface="-윤고딕140" panose="02030600000101010101" pitchFamily="18" charset="-127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21A7E088-56BC-07C0-7571-6E1D2947F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683" y="5229200"/>
            <a:ext cx="309721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en-US" altLang="ko-KR" sz="2400" i="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2026.  4.  3.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6D4AFD-8222-CE53-DB43-2614DE02E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955" y="5734619"/>
            <a:ext cx="309721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0" lang="ko-KR" altLang="en-US" sz="2400" i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주식회사 오영</a:t>
            </a:r>
            <a:endParaRPr kumimoji="0" lang="en-US" altLang="ko-KR" sz="2400" i="0" dirty="0">
              <a:solidFill>
                <a:srgbClr val="FFFF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EC02-7BD7-4696-8F9D-EF715F4B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06039D-EBAC-88D6-DAA9-30A202E79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8856984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2.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안전보건관리규정의 작성 및 그 변경에 관한 사항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(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공정안전보고서 포함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)</a:t>
            </a:r>
            <a:endParaRPr lang="ko-KR" altLang="en-US" sz="2000" b="0" i="0" kern="0" dirty="0">
              <a:solidFill>
                <a:srgbClr val="0000FF"/>
              </a:solidFill>
              <a:latin typeface="HY견고딕"/>
              <a:ea typeface="HY견고딕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A57F65-86A9-6BEA-24CA-502095F1D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en-US" altLang="ko-KR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PSM S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등급 사업장 점검 </a:t>
            </a:r>
            <a:endParaRPr lang="en-US" altLang="ko-KR" sz="1800" b="0" i="0" kern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5CB0E81-D8F4-CD11-9591-D7C7A6EB4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심의 ∙ 의결사항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AC2C1-484D-F467-40E0-957714DF4259}"/>
              </a:ext>
            </a:extLst>
          </p:cNvPr>
          <p:cNvSpPr txBox="1"/>
          <p:nvPr/>
        </p:nvSpPr>
        <p:spPr>
          <a:xfrm>
            <a:off x="191345" y="1849597"/>
            <a:ext cx="115932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등급 사업장 점검 및 평가 주기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None/>
            </a:pPr>
            <a:endParaRPr lang="ko-KR" altLang="en-US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이행상태점검 주기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 등급 부여 후 </a:t>
            </a:r>
            <a:r>
              <a:rPr lang="en-US" altLang="ko-KR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년마다 </a:t>
            </a:r>
            <a:r>
              <a:rPr lang="en-US" altLang="ko-KR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중방센터 점검팀 방문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이행상태평가 주기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년마다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등급 재부여를 위한 종합 평가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None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💡 면제 팁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자체감사 활용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등급 사업장이 화공안전기술사 등 외부 민간 전문가를 참여시켜 법적 자체감사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연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필수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를 실시하고 그 결과를 제출하는 경우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당기 또는 차기 </a:t>
            </a:r>
            <a:r>
              <a:rPr lang="ko-KR" altLang="en-US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이행상태점검을 </a:t>
            </a:r>
            <a:r>
              <a:rPr lang="en-US" altLang="ko-KR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면제받을 수 있습니다</a:t>
            </a:r>
            <a:r>
              <a:rPr lang="en-US" altLang="ko-KR" sz="2000" i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, 2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회 연속 면제는 불가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352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30D4-BEFC-A658-F242-9B9560E4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BA9E7A-F9E6-66C1-9144-46A0D0D70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8856984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2.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안전보건관리규정의 작성 및 그 변경에 관한 사항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(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공정안전보고서 포함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)</a:t>
            </a:r>
            <a:endParaRPr lang="ko-KR" altLang="en-US" sz="2000" b="0" i="0" kern="0" dirty="0">
              <a:solidFill>
                <a:srgbClr val="0000FF"/>
              </a:solidFill>
              <a:latin typeface="HY견고딕"/>
              <a:ea typeface="HY견고딕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0EB381-D703-BD4E-BEEA-94C552A5A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en-US" altLang="ko-KR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PSM S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등급 사업장 점검 </a:t>
            </a:r>
            <a:endParaRPr lang="en-US" altLang="ko-KR" sz="1800" b="0" i="0" kern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F7588CD-8F17-34A1-6673-16C471B71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심의 ∙ 의결사항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C78876-316C-EE0E-5518-6B20B504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84006" y="2621450"/>
            <a:ext cx="3347864" cy="25108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052263B-3D65-9B38-8C7C-D9A09D334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528" y="2202967"/>
            <a:ext cx="2510898" cy="33478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BB26618-0FED-9D46-F5B5-4885B1229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010" y="2232791"/>
            <a:ext cx="2510898" cy="33478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A7191BD-83F0-96CE-6B78-27AB46E9B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693337" y="2632100"/>
            <a:ext cx="3386209" cy="25108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09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8397D-BC76-D596-851F-A3E30C2F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ADF8FE-0739-1359-C18C-50C551A7A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8856984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2.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안전보건관리규정의 작성 및 그 변경에 관한 사항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(</a:t>
            </a:r>
            <a:r>
              <a:rPr lang="ko-KR" altLang="en-US" sz="2000" b="0" i="0" kern="0">
                <a:solidFill>
                  <a:srgbClr val="0000FF"/>
                </a:solidFill>
                <a:latin typeface="HY견고딕"/>
                <a:ea typeface="HY견고딕"/>
              </a:rPr>
              <a:t>공정안전보고서 포함</a:t>
            </a:r>
            <a:r>
              <a:rPr lang="en-US" altLang="ko-KR" sz="2000" b="0" i="0" kern="0">
                <a:solidFill>
                  <a:srgbClr val="0000FF"/>
                </a:solidFill>
                <a:latin typeface="HY견고딕"/>
                <a:ea typeface="HY견고딕"/>
              </a:rPr>
              <a:t>)</a:t>
            </a:r>
            <a:endParaRPr lang="ko-KR" altLang="en-US" sz="2000" b="0" i="0" kern="0" dirty="0">
              <a:solidFill>
                <a:srgbClr val="0000FF"/>
              </a:solidFill>
              <a:latin typeface="HY견고딕"/>
              <a:ea typeface="HY견고딕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08D8DE-02DB-6A82-1759-03AC2FB6D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en-US" altLang="ko-KR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PSM S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등급 사업장 점검 </a:t>
            </a:r>
            <a:endParaRPr lang="en-US" altLang="ko-KR" sz="1800" b="0" i="0" kern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3DC4B1-BF5D-C26B-1AB7-B449EE92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심의 ∙ 의결사항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C99315-7AAC-4A5D-B191-F2E663B79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844824"/>
            <a:ext cx="3024336" cy="44014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13C862-D114-BAF0-53ED-566EB373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79" y="1766257"/>
            <a:ext cx="6120681" cy="33189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190C97-DC98-9631-229D-9B7AABADAF39}"/>
              </a:ext>
            </a:extLst>
          </p:cNvPr>
          <p:cNvSpPr txBox="1"/>
          <p:nvPr/>
        </p:nvSpPr>
        <p:spPr>
          <a:xfrm>
            <a:off x="7248128" y="5321108"/>
            <a:ext cx="1872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서면제출 완료</a:t>
            </a:r>
          </a:p>
        </p:txBody>
      </p:sp>
    </p:spTree>
    <p:extLst>
      <p:ext uri="{BB962C8B-B14F-4D97-AF65-F5344CB8AC3E}">
        <p14:creationId xmlns:p14="http://schemas.microsoft.com/office/powerpoint/2010/main" val="263840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BEFC-82B0-1F33-D255-9ECB430F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1D0B1-C9F4-8921-861D-DEA010F15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(1)TBM</a:t>
            </a:r>
            <a:r>
              <a:rPr lang="ko-KR" altLang="en-US" sz="2000" b="0" i="0" ker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작업 전 안전회의 양식 개정</a:t>
            </a:r>
            <a:endParaRPr lang="ko-KR" altLang="en-US" sz="2000" b="0" i="0" kern="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7E4A87-4AE9-D3F6-2B9B-3CEB13452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외국인 통역 증빙 필요</a:t>
            </a:r>
            <a:endParaRPr lang="en-US" altLang="ko-KR" sz="1800" b="0" i="0" kern="0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04BEA2-C730-A698-13F5-712703D1B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심의 ∙ 의결사항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B80F94-693E-087E-BC46-E188A5E90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8" y="1844824"/>
            <a:ext cx="10345013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2D9B-059D-D8A6-FC4D-E95FCFDA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A3E587-AF54-6261-24E0-61D69690C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(1)TBM</a:t>
            </a:r>
            <a:r>
              <a:rPr lang="ko-KR" altLang="en-US" sz="2000" b="0" i="0" ker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작업 전 안전회의 양식 개정</a:t>
            </a:r>
            <a:endParaRPr lang="ko-KR" altLang="en-US" sz="2000" b="0" i="0" kern="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137C30-1E68-7321-0FDB-5C4B7B2C6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외국인 통역 증빙 필요</a:t>
            </a:r>
            <a:endParaRPr lang="en-US" altLang="ko-KR" sz="1800" b="0" i="0" kern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214D191-E624-1779-9BB3-27E6CBFE0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611" y="5987197"/>
            <a:ext cx="1079823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0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변경 전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12FFBB-95AC-3597-FD24-A9B035DE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1777236"/>
            <a:ext cx="2882134" cy="42476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6B60B4-D2D7-89BB-F026-2AB20F56A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1777236"/>
            <a:ext cx="2882134" cy="4247630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4E74F41-7216-BC06-FD5A-5D3FAB59ED9C}"/>
              </a:ext>
            </a:extLst>
          </p:cNvPr>
          <p:cNvSpPr/>
          <p:nvPr/>
        </p:nvSpPr>
        <p:spPr bwMode="auto">
          <a:xfrm>
            <a:off x="5168835" y="3501008"/>
            <a:ext cx="1152128" cy="576262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태-활체D" pitchFamily="2" charset="-127"/>
              <a:ea typeface="태-활체D" pitchFamily="2" charset="-127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BD31C25-0416-BF6E-C66F-6A1DA912E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75" y="5949528"/>
            <a:ext cx="1079823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0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변경 후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D5BDE87-C4DE-2116-8C71-7A6395FAA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심의 ∙ 의결사항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12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7A872-55E4-757B-7079-C34263FC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4C54B6-BC2F-883D-B9F6-9610707D2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863DDF-86B0-8191-671D-16FDED487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폭염에 관한 산업안전보건법령 주요 내용</a:t>
            </a:r>
            <a:endParaRPr lang="en-US" altLang="ko-KR" sz="1800" b="0" i="0" kern="0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91CF173-E706-749B-3C2B-FC0AF6D5E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C9BE48B-8448-D051-B803-C54038810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1930390"/>
            <a:ext cx="2664623" cy="3973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CB178-C661-2F05-952B-B6474189E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824" y="1515792"/>
            <a:ext cx="6239808" cy="3826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B6C6F5-A31A-9B49-9ACB-CC42AE99F08D}"/>
              </a:ext>
            </a:extLst>
          </p:cNvPr>
          <p:cNvSpPr txBox="1"/>
          <p:nvPr/>
        </p:nvSpPr>
        <p:spPr>
          <a:xfrm>
            <a:off x="5742496" y="5501237"/>
            <a:ext cx="5844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체감온도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28’c 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이상부터 기록을 진행하며 </a:t>
            </a:r>
            <a:endParaRPr lang="en-US" altLang="ko-KR" sz="18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31’c 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이상부터 폭염에 대해 관심을 가져야 할 온도</a:t>
            </a:r>
          </a:p>
        </p:txBody>
      </p:sp>
    </p:spTree>
    <p:extLst>
      <p:ext uri="{BB962C8B-B14F-4D97-AF65-F5344CB8AC3E}">
        <p14:creationId xmlns:p14="http://schemas.microsoft.com/office/powerpoint/2010/main" val="328717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119F-34CB-6F64-1CA4-B08B8A9A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8E9A97-8E85-FC40-F474-3A2885A99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64F4B4-9937-39CE-A0B3-3D2D8FCD7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온습도계 지급 및 설치위치</a:t>
            </a:r>
            <a:endParaRPr lang="en-US" altLang="ko-KR" sz="1800" b="0" i="0" kern="0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2C72D5-D878-9810-80D1-6E9F6DBB3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24C21A-86FC-4F13-7BB7-A421C2055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785" y="2276872"/>
            <a:ext cx="2664623" cy="3933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311808-78A3-F892-A276-F9DE750FA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28" y="2276872"/>
            <a:ext cx="2664624" cy="3933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176C98-323E-BA83-028C-D509F447A9FA}"/>
              </a:ext>
            </a:extLst>
          </p:cNvPr>
          <p:cNvSpPr txBox="1"/>
          <p:nvPr/>
        </p:nvSpPr>
        <p:spPr>
          <a:xfrm>
            <a:off x="2914004" y="175365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2876D-3BA7-C80D-7EA2-4FA3D9E5E777}"/>
              </a:ext>
            </a:extLst>
          </p:cNvPr>
          <p:cNvSpPr txBox="1"/>
          <p:nvPr/>
        </p:nvSpPr>
        <p:spPr>
          <a:xfrm>
            <a:off x="5278030" y="1753652"/>
            <a:ext cx="300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설치위치 및 개수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3F17D-3698-A190-F856-9DDF1BD183F0}"/>
              </a:ext>
            </a:extLst>
          </p:cNvPr>
          <p:cNvSpPr txBox="1"/>
          <p:nvPr/>
        </p:nvSpPr>
        <p:spPr>
          <a:xfrm>
            <a:off x="8509938" y="2299359"/>
            <a:ext cx="225573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18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 4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에스이엠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24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공무팀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물류관리팀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13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환경관리과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총무과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합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66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407273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715F-A41A-1235-5C8E-60CBE1E9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2630F3-88F3-2D69-42D8-89D430A8E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EDAE61-A21B-2378-3F05-11AD6BFF8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온습도계 지급 및 설치위치</a:t>
            </a:r>
            <a:endParaRPr lang="en-US" altLang="ko-KR" sz="1800" b="0" i="0" kern="0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DBCC2C2-7E6E-C4DD-C226-091B413F6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AEBA6E-6303-FE8F-7FDD-F4D53BA3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56" y="5474079"/>
            <a:ext cx="5328593" cy="691475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2026.05.25</a:t>
            </a:r>
          </a:p>
          <a:p>
            <a:r>
              <a:rPr lang="ko-KR" altLang="en-US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파손 및 고장으로 인한 </a:t>
            </a:r>
            <a:r>
              <a:rPr lang="en-US" altLang="ko-KR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 추가구매</a:t>
            </a:r>
            <a:endParaRPr lang="en-US" altLang="ko-KR" sz="18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파손되지 않도록 관리필요</a:t>
            </a:r>
            <a:r>
              <a:rPr lang="en-US" altLang="ko-KR" sz="18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E00945-B5C7-6225-F905-2E34E5758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811664"/>
            <a:ext cx="4739875" cy="35549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D6EAD5-2391-43EE-6193-2E3AFC6F6F61}"/>
              </a:ext>
            </a:extLst>
          </p:cNvPr>
          <p:cNvSpPr txBox="1"/>
          <p:nvPr/>
        </p:nvSpPr>
        <p:spPr>
          <a:xfrm>
            <a:off x="6023992" y="2225319"/>
            <a:ext cx="2989199" cy="31700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추가수령부서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에스이엠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2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물류관리팀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환경관리과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6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공무팀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총무과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2000" b="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잔여수량 </a:t>
            </a:r>
            <a:r>
              <a:rPr lang="en-US" altLang="ko-KR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: 27</a:t>
            </a: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424519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EEB8-1195-3377-0F8F-FDF53BA6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BB9BDD-9C9E-6C54-1802-D3776C77C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91F583-22CC-A675-BC9C-DFFFC6B0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체감온도 작성 양식</a:t>
            </a: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502B28-9582-0C0C-FC8C-AE9549F01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D59999-DF12-91CE-15D1-C5DF4FC05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06" y="1964974"/>
            <a:ext cx="5062494" cy="38488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6B9ADD7-F21F-9580-67BC-C64AD224C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145726"/>
            <a:ext cx="3143155" cy="4659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81C392B-2EFF-DA8A-48CE-45E727398907}"/>
              </a:ext>
            </a:extLst>
          </p:cNvPr>
          <p:cNvSpPr txBox="1"/>
          <p:nvPr/>
        </p:nvSpPr>
        <p:spPr>
          <a:xfrm>
            <a:off x="2064672" y="5842736"/>
            <a:ext cx="300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DF807E-F758-66D5-52C4-DD8FDDC7AEE3}"/>
              </a:ext>
            </a:extLst>
          </p:cNvPr>
          <p:cNvSpPr txBox="1"/>
          <p:nvPr/>
        </p:nvSpPr>
        <p:spPr>
          <a:xfrm>
            <a:off x="7679664" y="5858108"/>
            <a:ext cx="300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</a:p>
        </p:txBody>
      </p:sp>
    </p:spTree>
    <p:extLst>
      <p:ext uri="{BB962C8B-B14F-4D97-AF65-F5344CB8AC3E}">
        <p14:creationId xmlns:p14="http://schemas.microsoft.com/office/powerpoint/2010/main" val="2714865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7ABF-692B-E2F8-3988-053D60F8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0A9283-3B2D-0935-EBB6-67FCA9D1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C62060-F38E-484A-F82D-A5641B0F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체감온도 작성 우수사례</a:t>
            </a: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1A0E1C-710C-185B-6525-1E093B629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30D979-10B8-49E7-4BA0-610C9AC0A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51" y="2132658"/>
            <a:ext cx="6101952" cy="3456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FB0E11-B213-5D41-9072-52FF432D7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232" y="1583977"/>
            <a:ext cx="2736304" cy="4005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B0B6D7-CC39-96E5-1606-D10C250B3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6381" y="1583977"/>
            <a:ext cx="2638135" cy="4005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20843-3233-9C42-68DD-F41FB374A8C9}"/>
              </a:ext>
            </a:extLst>
          </p:cNvPr>
          <p:cNvSpPr txBox="1"/>
          <p:nvPr/>
        </p:nvSpPr>
        <p:spPr>
          <a:xfrm>
            <a:off x="2064672" y="5842736"/>
            <a:ext cx="300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가로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A379F-BF7B-92C7-C579-435F467B47D9}"/>
              </a:ext>
            </a:extLst>
          </p:cNvPr>
          <p:cNvSpPr txBox="1"/>
          <p:nvPr/>
        </p:nvSpPr>
        <p:spPr>
          <a:xfrm>
            <a:off x="7679664" y="5858108"/>
            <a:ext cx="3000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0">
                <a:latin typeface="맑은 고딕" panose="020B0503020000020004" pitchFamily="50" charset="-127"/>
                <a:ea typeface="맑은 고딕" panose="020B0503020000020004" pitchFamily="50" charset="-127"/>
              </a:rPr>
              <a:t>세로</a:t>
            </a:r>
          </a:p>
        </p:txBody>
      </p:sp>
    </p:spTree>
    <p:extLst>
      <p:ext uri="{BB962C8B-B14F-4D97-AF65-F5344CB8AC3E}">
        <p14:creationId xmlns:p14="http://schemas.microsoft.com/office/powerpoint/2010/main" val="118320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BA00-3FD8-D670-38F0-1AE89AC4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2EE4A3-8058-2CA6-C305-5D448C004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938A3CD-5985-3603-D0E4-C64FFA08D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온열질한 대비 아이템</a:t>
            </a: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9FEB885-F5A1-C40E-0B20-F13A8DD96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AF086D-EA1E-40DB-6600-EB0D32CC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9" y="1902682"/>
            <a:ext cx="2564558" cy="4118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44F626-4EEC-90B9-C3F7-9D5920E52557}"/>
              </a:ext>
            </a:extLst>
          </p:cNvPr>
          <p:cNvSpPr txBox="1"/>
          <p:nvPr/>
        </p:nvSpPr>
        <p:spPr>
          <a:xfrm>
            <a:off x="1847528" y="5924960"/>
            <a:ext cx="1271317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넥쿨러</a:t>
            </a:r>
            <a:endParaRPr lang="en-US" altLang="ko-KR" sz="1600" b="0" i="0" ker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84967EC-4499-0B07-E67C-19A1934B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902682"/>
            <a:ext cx="3200780" cy="3192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FDE3A4-B62B-6F2E-0AC7-F419E3438C01}"/>
              </a:ext>
            </a:extLst>
          </p:cNvPr>
          <p:cNvSpPr txBox="1"/>
          <p:nvPr/>
        </p:nvSpPr>
        <p:spPr>
          <a:xfrm>
            <a:off x="5345974" y="5775230"/>
            <a:ext cx="1500052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아이스크림</a:t>
            </a:r>
            <a:endParaRPr lang="en-US" altLang="ko-KR" sz="1600" b="0" i="0" ker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27D5D7-A9AC-ACD7-1768-8D927AEFB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468" y="2417645"/>
            <a:ext cx="3887587" cy="26774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1DDDAA-0308-931D-D79D-9BED93DD2435}"/>
              </a:ext>
            </a:extLst>
          </p:cNvPr>
          <p:cNvSpPr txBox="1"/>
          <p:nvPr/>
        </p:nvSpPr>
        <p:spPr>
          <a:xfrm>
            <a:off x="9496626" y="5775230"/>
            <a:ext cx="1257269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ko-KR" altLang="en-US" sz="2000" b="0" i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이온음료</a:t>
            </a:r>
            <a:endParaRPr lang="en-US" altLang="ko-KR" sz="1600" b="0" i="0" ker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619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2DBB-A0DA-1892-6075-961BB62EB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B8D679-6FE7-4712-6D04-65323980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2000" b="0" i="0" ker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DFCC2C-872D-D4E8-0EC6-D51808FA5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800" b="0" i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800" b="0" i="0" kern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온열질환 예방 포스터</a:t>
            </a:r>
            <a:endParaRPr lang="en-US" altLang="ko-KR" sz="1400" b="0" i="0" kern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4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4E09E3-3B7F-8C4C-4B9E-E0C39373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BE8C7C-3258-73AC-3927-3D674EA0A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886803"/>
            <a:ext cx="2708318" cy="4062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54202A-8570-156E-1CB6-A245BFA83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1887407"/>
            <a:ext cx="2884386" cy="4061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4C994B-DF64-E11F-9841-78A8D2B3C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530" y="1886802"/>
            <a:ext cx="2948661" cy="41345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D88899-9A71-A807-4920-A2735DE28EE3}"/>
              </a:ext>
            </a:extLst>
          </p:cNvPr>
          <p:cNvSpPr txBox="1"/>
          <p:nvPr/>
        </p:nvSpPr>
        <p:spPr>
          <a:xfrm>
            <a:off x="765502" y="5997187"/>
            <a:ext cx="3000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ESQ</a:t>
            </a:r>
            <a:r>
              <a:rPr lang="ko-KR" altLang="en-US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0DC75-E386-45D8-9E4C-311E64CCB949}"/>
              </a:ext>
            </a:extLst>
          </p:cNvPr>
          <p:cNvSpPr txBox="1"/>
          <p:nvPr/>
        </p:nvSpPr>
        <p:spPr>
          <a:xfrm>
            <a:off x="4595919" y="6021387"/>
            <a:ext cx="3000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노동부</a:t>
            </a:r>
            <a:r>
              <a:rPr lang="en-US" altLang="ko-KR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한글</a:t>
            </a:r>
            <a:r>
              <a:rPr lang="en-US" altLang="ko-KR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00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E85C2-812A-E10E-CB65-838965CBE17F}"/>
              </a:ext>
            </a:extLst>
          </p:cNvPr>
          <p:cNvSpPr txBox="1"/>
          <p:nvPr/>
        </p:nvSpPr>
        <p:spPr>
          <a:xfrm>
            <a:off x="8158621" y="6042448"/>
            <a:ext cx="3000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노동부</a:t>
            </a:r>
            <a:r>
              <a:rPr lang="en-US" altLang="ko-KR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캄보디아</a:t>
            </a:r>
            <a:r>
              <a:rPr lang="en-US" altLang="ko-KR" sz="2000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00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39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D9A2-90E1-C710-1DAE-8F763309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30DF8C-0BDE-0A74-486F-C547ACA27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4.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작업환경측정 등 작업환경의 점검 및 개선에 관한 사항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EDDEDB-FC10-08B4-AACA-DEC0A165E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9" y="1341412"/>
            <a:ext cx="11040713" cy="503991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700" b="0" i="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700" b="0" i="0" kern="0" dirty="0" err="1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분쇄기 안전검사 대상 신규 추가</a:t>
            </a:r>
            <a:endParaRPr lang="en-US" altLang="ko-KR" sz="1700" b="0" i="0" kern="0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(1)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개요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SPC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끼임사고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등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끼임 사고로 인한 중대재해가 지속적으로 발생함에 따라 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산업안전보건법 시행령 제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78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개정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분쇄기가 안전검사 대상에 공식 추가됨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(2)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정의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동력으로 구동되는 회전축에 고정된 날개를 이용하여 내용물을 저어주거나 섞는 기계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(3)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시행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2013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 이전 설치된 설비는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2026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26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~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2026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12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25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까지 최초 안전검사 실                           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 후 매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년마다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시행해야함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(4)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안전검사 시 핵심 안전조치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1)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덮개 연동장치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(Interlock):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덮개를 열면 기계가 자동으로 정지하는 장치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방호 덮개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울 설치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투입부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점검구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등 위험 부위 덮개 설치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비상정지장치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조작부에 명확히 보이는 비상 정지 버튼 설치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(5)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벌칙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: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검사 </a:t>
            </a:r>
            <a:r>
              <a:rPr lang="ko-KR" altLang="en-US" sz="1700" b="0" i="0" kern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미실시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-1000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만원 이하의 과태료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 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안전기준 미달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 중지 명령</a:t>
            </a: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(6)</a:t>
            </a:r>
            <a:r>
              <a:rPr lang="ko-KR" altLang="en-US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진행상황 </a:t>
            </a: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700" b="0" i="0" kern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자율안전검사 수수료 내역서 발급완료</a:t>
            </a:r>
            <a:endParaRPr lang="en-US" altLang="ko-KR" sz="1700" b="0" i="0" kern="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endParaRPr lang="en-US" altLang="ko-KR" sz="1700" b="0" i="0" kern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1700" b="0" i="0" kern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A0A5C0-6CC4-C48C-74CF-A209E078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260350"/>
            <a:ext cx="6048375" cy="431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2000" b="0" i="0" kern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의무 ∙ 보고사항</a:t>
            </a:r>
            <a:endParaRPr lang="ko-KR" altLang="en-US" sz="2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ectangle 2">
            <a:hlinkClick r:id="rId2" action="ppaction://hlinkfile"/>
            <a:extLst>
              <a:ext uri="{FF2B5EF4-FFF2-40B4-BE49-F238E27FC236}">
                <a16:creationId xmlns:a16="http://schemas.microsoft.com/office/drawing/2014/main" id="{118C0A3C-12EA-D90D-96FE-D2690005032B}"/>
              </a:ext>
            </a:extLst>
          </p:cNvPr>
          <p:cNvSpPr txBox="1">
            <a:spLocks noChangeArrowheads="1"/>
          </p:cNvSpPr>
          <p:nvPr/>
        </p:nvSpPr>
        <p:spPr>
          <a:xfrm>
            <a:off x="7752184" y="4636002"/>
            <a:ext cx="1440160" cy="444186"/>
          </a:xfrm>
          <a:prstGeom prst="rect">
            <a:avLst/>
          </a:prstGeom>
          <a:ln/>
        </p:spPr>
        <p:txBody>
          <a:bodyPr/>
          <a:lstStyle/>
          <a:p>
            <a:pPr marL="0" indent="0" algn="ctr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첨부</a:t>
            </a:r>
            <a:r>
              <a:rPr kumimoji="1" lang="en-US" altLang="ko-KR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 1</a:t>
            </a:r>
          </a:p>
        </p:txBody>
      </p:sp>
      <p:sp>
        <p:nvSpPr>
          <p:cNvPr id="6" name="Rectangle 2">
            <a:hlinkClick r:id="rId3" action="ppaction://hlinkfile"/>
            <a:extLst>
              <a:ext uri="{FF2B5EF4-FFF2-40B4-BE49-F238E27FC236}">
                <a16:creationId xmlns:a16="http://schemas.microsoft.com/office/drawing/2014/main" id="{5E1FF84A-38D9-2AE6-CAA2-1C86C82B6DB0}"/>
              </a:ext>
            </a:extLst>
          </p:cNvPr>
          <p:cNvSpPr txBox="1">
            <a:spLocks noChangeArrowheads="1"/>
          </p:cNvSpPr>
          <p:nvPr/>
        </p:nvSpPr>
        <p:spPr>
          <a:xfrm>
            <a:off x="8806336" y="4616877"/>
            <a:ext cx="3385664" cy="720080"/>
          </a:xfrm>
          <a:prstGeom prst="rect">
            <a:avLst/>
          </a:prstGeom>
          <a:noFill/>
          <a:ln/>
        </p:spPr>
        <p:txBody>
          <a:bodyPr/>
          <a:lstStyle/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2000" b="0" i="1" u="none" strike="noStrike" kern="1200" cap="none" spc="0" normalizeH="0" baseline="0" dirty="0">
                <a:solidFill>
                  <a:srgbClr val="0000FF"/>
                </a:solidFill>
                <a:effectLst/>
                <a:latin typeface="HY견고딕"/>
                <a:ea typeface="HY견고딕"/>
              </a:rPr>
              <a:t>▶</a:t>
            </a:r>
            <a:r>
              <a:rPr lang="ko-KR" altLang="en-US" sz="2000" b="0" dirty="0">
                <a:solidFill>
                  <a:srgbClr val="0000FF"/>
                </a:solidFill>
                <a:latin typeface="HY견고딕"/>
                <a:ea typeface="HY견고딕"/>
              </a:rPr>
              <a:t>자율안전검사 참고자료</a:t>
            </a:r>
            <a:endParaRPr kumimoji="1" lang="ko-KR" altLang="en-US" sz="2000" b="0" i="1" u="none" strike="noStrike" kern="1200" cap="none" spc="0" normalizeH="0" baseline="0" dirty="0">
              <a:solidFill>
                <a:srgbClr val="0000FF"/>
              </a:solidFill>
              <a:effectLst/>
              <a:latin typeface="HY견고딕"/>
              <a:ea typeface="HY견고딕"/>
            </a:endParaRPr>
          </a:p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2000" b="0" i="1" u="none" strike="noStrike" kern="1200" cap="none" spc="0" normalizeH="0" baseline="0" dirty="0">
              <a:solidFill>
                <a:srgbClr val="0000FF"/>
              </a:solidFill>
              <a:effectLst/>
              <a:latin typeface="HY견고딕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834698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ED8F-35DD-52A7-BCD1-2FB73FAC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7398E47-0B55-D665-7833-48552E3B1015}"/>
              </a:ext>
            </a:extLst>
          </p:cNvPr>
          <p:cNvSpPr/>
          <p:nvPr/>
        </p:nvSpPr>
        <p:spPr>
          <a:xfrm>
            <a:off x="548640" y="457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9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태-활체D"/>
                <a:ea typeface="태-활체D"/>
                <a:cs typeface="+mn-cs"/>
              </a:rPr>
              <a:t>의무 · 보고사항</a:t>
            </a:r>
            <a:endParaRPr kumimoji="1" lang="en-US" sz="9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태-활체D"/>
              <a:ea typeface="태-활체D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C043F95-BE3B-ED78-6CD0-8D384823568F}"/>
              </a:ext>
            </a:extLst>
          </p:cNvPr>
          <p:cNvSpPr/>
          <p:nvPr/>
        </p:nvSpPr>
        <p:spPr>
          <a:xfrm>
            <a:off x="365760" y="1872463"/>
            <a:ext cx="1709928" cy="402336"/>
          </a:xfrm>
          <a:prstGeom prst="line">
            <a:avLst/>
          </a:prstGeom>
          <a:solidFill>
            <a:schemeClr val="lt1"/>
          </a:solidFill>
          <a:ln w="15240">
            <a:solidFill>
              <a:schemeClr val="lt1"/>
            </a:solidFill>
            <a:prstDash val="solid"/>
          </a:ln>
        </p:spPr>
        <p:txBody>
          <a:bodyPr wrap="squar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태-활체D"/>
              <a:ea typeface="태-활체D"/>
              <a:cs typeface="+mn-cs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6308B1C-C4CC-5D34-8313-7F357484EEAC}"/>
              </a:ext>
            </a:extLst>
          </p:cNvPr>
          <p:cNvSpPr txBox="1">
            <a:spLocks noChangeArrowheads="1"/>
          </p:cNvSpPr>
          <p:nvPr/>
        </p:nvSpPr>
        <p:spPr>
          <a:xfrm>
            <a:off x="263352" y="260350"/>
            <a:ext cx="6048375" cy="431800"/>
          </a:xfrm>
          <a:prstGeom prst="rect">
            <a:avLst/>
          </a:prstGeom>
          <a:ln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Y견고딕"/>
                <a:ea typeface="HY견고딕"/>
                <a:cs typeface="+mn-cs"/>
              </a:rPr>
              <a:t>   </a:t>
            </a:r>
            <a:r>
              <a:rPr kumimoji="1" lang="ko-KR" altLang="en-US" sz="2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Y견고딕"/>
                <a:ea typeface="HY견고딕"/>
                <a:cs typeface="+mn-cs"/>
              </a:rPr>
              <a:t>의무 ∙ 보고사항</a:t>
            </a:r>
            <a:endParaRPr kumimoji="1" lang="ko-KR" altLang="en-US" sz="2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HY견고딕"/>
              <a:ea typeface="HY견고딕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E580A5-F0EA-1FC7-C5F2-24785D5E9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969885"/>
            <a:ext cx="2973837" cy="418503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16CAD1E-4CD7-8F78-7738-49A1CB240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4.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작업환경측정 등 작업환경의 점검 및 개선에 관한 사항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8DE31-67AE-7816-2F51-AD810C724A9C}"/>
              </a:ext>
            </a:extLst>
          </p:cNvPr>
          <p:cNvSpPr txBox="1"/>
          <p:nvPr/>
        </p:nvSpPr>
        <p:spPr>
          <a:xfrm>
            <a:off x="695400" y="1403146"/>
            <a:ext cx="6285344" cy="43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700" b="0" i="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700" b="0" i="0" kern="0" dirty="0" err="1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분쇄기 자율안전검사 수수료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오영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08432612-C2C9-852E-7D50-281FAF36BB6A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979408"/>
          <a:ext cx="8466544" cy="4053840"/>
        </p:xfrm>
        <a:graphic>
          <a:graphicData uri="http://schemas.openxmlformats.org/drawingml/2006/table">
            <a:tbl>
              <a:tblPr/>
              <a:tblGrid>
                <a:gridCol w="1772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0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규모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압력용기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내용적 5㎥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3,627,000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20kw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3,910,000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50kw 이상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분쇄기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20kw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분쇄기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컨베이어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이송거리 20m 이하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산업용로봇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셀내수량 1대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37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10,329,000원</a:t>
                      </a:r>
                      <a:endParaRPr lang="en-US" sz="1700" dirty="0">
                        <a:solidFill>
                          <a:srgbClr val="0000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4" action="ppaction://hlinkfile"/>
            <a:extLst>
              <a:ext uri="{FF2B5EF4-FFF2-40B4-BE49-F238E27FC236}">
                <a16:creationId xmlns:a16="http://schemas.microsoft.com/office/drawing/2014/main" id="{1AE6000D-1E6B-2FD0-91B8-930E2E2FCE8A}"/>
              </a:ext>
            </a:extLst>
          </p:cNvPr>
          <p:cNvSpPr txBox="1">
            <a:spLocks noChangeArrowheads="1"/>
          </p:cNvSpPr>
          <p:nvPr/>
        </p:nvSpPr>
        <p:spPr>
          <a:xfrm>
            <a:off x="7176120" y="1180006"/>
            <a:ext cx="1440160" cy="444186"/>
          </a:xfrm>
          <a:prstGeom prst="rect">
            <a:avLst/>
          </a:prstGeom>
          <a:ln/>
        </p:spPr>
        <p:txBody>
          <a:bodyPr/>
          <a:lstStyle/>
          <a:p>
            <a:pPr marL="0" indent="0" algn="ctr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첨부</a:t>
            </a:r>
            <a:r>
              <a:rPr kumimoji="1" lang="en-US" altLang="ko-KR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 1</a:t>
            </a:r>
          </a:p>
        </p:txBody>
      </p:sp>
      <p:sp>
        <p:nvSpPr>
          <p:cNvPr id="5" name="Rectangle 2">
            <a:hlinkClick r:id="rId5" action="ppaction://hlinkfile"/>
            <a:extLst>
              <a:ext uri="{FF2B5EF4-FFF2-40B4-BE49-F238E27FC236}">
                <a16:creationId xmlns:a16="http://schemas.microsoft.com/office/drawing/2014/main" id="{337F9139-3A56-1445-743A-3A8939FE5B86}"/>
              </a:ext>
            </a:extLst>
          </p:cNvPr>
          <p:cNvSpPr txBox="1">
            <a:spLocks noChangeArrowheads="1"/>
          </p:cNvSpPr>
          <p:nvPr/>
        </p:nvSpPr>
        <p:spPr>
          <a:xfrm>
            <a:off x="8184530" y="1152383"/>
            <a:ext cx="3385664" cy="720080"/>
          </a:xfrm>
          <a:prstGeom prst="rect">
            <a:avLst/>
          </a:prstGeom>
          <a:noFill/>
          <a:ln/>
        </p:spPr>
        <p:txBody>
          <a:bodyPr/>
          <a:lstStyle/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2000" b="0" i="1" u="none" strike="noStrike" kern="1200" cap="none" spc="0" normalizeH="0" baseline="0" dirty="0">
                <a:solidFill>
                  <a:srgbClr val="0000FF"/>
                </a:solidFill>
                <a:effectLst/>
                <a:latin typeface="HY견고딕"/>
                <a:ea typeface="HY견고딕"/>
              </a:rPr>
              <a:t>▶</a:t>
            </a:r>
            <a:r>
              <a:rPr kumimoji="1" lang="ko-KR" altLang="en-US" sz="2000" b="0" i="1" u="none" strike="noStrike" kern="1200" cap="none" spc="0" normalizeH="0" baseline="0" dirty="0">
                <a:solidFill>
                  <a:srgbClr val="0000FF"/>
                </a:solidFill>
                <a:effectLst/>
                <a:latin typeface="HY견고딕"/>
                <a:ea typeface="HY견고딕"/>
              </a:rPr>
              <a:t>오영 수수료 내역서</a:t>
            </a:r>
          </a:p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2000" b="0" i="1" u="none" strike="noStrike" kern="1200" cap="none" spc="0" normalizeH="0" baseline="0" dirty="0">
              <a:solidFill>
                <a:srgbClr val="0000FF"/>
              </a:solidFill>
              <a:effectLst/>
              <a:latin typeface="HY견고딕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47803854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022080" y="0"/>
            <a:ext cx="268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467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E9E423-5A28-C8FD-4CD0-E47BA9E1B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466" y="1982495"/>
            <a:ext cx="2807992" cy="3956293"/>
          </a:xfrm>
          <a:prstGeom prst="rect">
            <a:avLst/>
          </a:prstGeom>
        </p:spPr>
      </p:pic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823D9A52-3F25-851E-2F76-2D21F80E6D69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979407"/>
          <a:ext cx="8656320" cy="3937797"/>
        </p:xfrm>
        <a:graphic>
          <a:graphicData uri="http://schemas.openxmlformats.org/drawingml/2006/table">
            <a:tbl>
              <a:tblPr/>
              <a:tblGrid>
                <a:gridCol w="1811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2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5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규모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압력용기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내용적 2㎥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리프트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일체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682,000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20kw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1,156,000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50kw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분쇄기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모터용량 20kw 미만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산업용로봇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셀내수량 1대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533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3,985,000원</a:t>
                      </a:r>
                      <a:endParaRPr lang="en-US" sz="1700" dirty="0">
                        <a:solidFill>
                          <a:srgbClr val="0000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E99A3052-321E-6ADD-7F71-B770715BA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836613"/>
            <a:ext cx="7777162" cy="576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lang="en-US" altLang="ko-KR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4.</a:t>
            </a:r>
            <a:r>
              <a:rPr lang="ko-KR" altLang="en-US" sz="2000" b="0" i="0" kern="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작업환경측정 등 작업환경의 점검 및 개선에 관한 사항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B9C84E-EEDC-8033-002A-66BC0B4AE536}"/>
              </a:ext>
            </a:extLst>
          </p:cNvPr>
          <p:cNvSpPr txBox="1"/>
          <p:nvPr/>
        </p:nvSpPr>
        <p:spPr>
          <a:xfrm>
            <a:off x="695400" y="1403146"/>
            <a:ext cx="6285344" cy="43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defRPr/>
            </a:pPr>
            <a:r>
              <a:rPr lang="ko-KR" altLang="en-US" sz="1700" b="0" i="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■ </a:t>
            </a:r>
            <a:r>
              <a:rPr lang="ko-KR" altLang="en-US" sz="1700" b="0" i="0" kern="0" dirty="0" err="1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혼합기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·</a:t>
            </a:r>
            <a:r>
              <a:rPr lang="ko-KR" altLang="en-US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분쇄기 자율안전검사 수수료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700" b="0" i="0" kern="0" dirty="0" err="1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에스이엠</a:t>
            </a:r>
            <a:r>
              <a:rPr lang="en-US" altLang="ko-KR" sz="1700" b="0" i="0" kern="0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AF49046-2DC9-C1EA-02CC-8B2036EA3148}"/>
              </a:ext>
            </a:extLst>
          </p:cNvPr>
          <p:cNvSpPr txBox="1">
            <a:spLocks noChangeArrowheads="1"/>
          </p:cNvSpPr>
          <p:nvPr/>
        </p:nvSpPr>
        <p:spPr>
          <a:xfrm>
            <a:off x="263352" y="260350"/>
            <a:ext cx="6048375" cy="431800"/>
          </a:xfrm>
          <a:prstGeom prst="rect">
            <a:avLst/>
          </a:prstGeom>
          <a:ln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Y견고딕"/>
                <a:ea typeface="HY견고딕"/>
                <a:cs typeface="+mn-cs"/>
              </a:rPr>
              <a:t>   </a:t>
            </a:r>
            <a:r>
              <a:rPr kumimoji="1" lang="ko-KR" altLang="en-US" sz="2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Y견고딕"/>
                <a:ea typeface="HY견고딕"/>
                <a:cs typeface="+mn-cs"/>
              </a:rPr>
              <a:t>의무 ∙ 보고사항</a:t>
            </a:r>
            <a:endParaRPr kumimoji="1" lang="ko-KR" altLang="en-US" sz="2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HY견고딕"/>
              <a:ea typeface="HY견고딕"/>
              <a:cs typeface="+mn-cs"/>
            </a:endParaRPr>
          </a:p>
        </p:txBody>
      </p:sp>
      <p:sp>
        <p:nvSpPr>
          <p:cNvPr id="12" name="Rectangle 2">
            <a:hlinkClick r:id="rId4" action="ppaction://hlinkfile"/>
            <a:extLst>
              <a:ext uri="{FF2B5EF4-FFF2-40B4-BE49-F238E27FC236}">
                <a16:creationId xmlns:a16="http://schemas.microsoft.com/office/drawing/2014/main" id="{1D6BE6D0-D0D8-99A1-FCB9-4ECDA0C9731E}"/>
              </a:ext>
            </a:extLst>
          </p:cNvPr>
          <p:cNvSpPr txBox="1">
            <a:spLocks noChangeArrowheads="1"/>
          </p:cNvSpPr>
          <p:nvPr/>
        </p:nvSpPr>
        <p:spPr>
          <a:xfrm>
            <a:off x="7176120" y="1180006"/>
            <a:ext cx="1440160" cy="444186"/>
          </a:xfrm>
          <a:prstGeom prst="rect">
            <a:avLst/>
          </a:prstGeom>
          <a:ln/>
        </p:spPr>
        <p:txBody>
          <a:bodyPr/>
          <a:lstStyle/>
          <a:p>
            <a:pPr marL="0" indent="0" algn="ctr" rtl="0" eaLnBrk="0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첨부</a:t>
            </a:r>
            <a:r>
              <a:rPr kumimoji="1" lang="en-US" altLang="ko-KR" sz="1800" b="1" i="0" u="none" strike="noStrike" kern="0" cap="none" spc="0" normalizeH="0" baseline="0" dirty="0">
                <a:solidFill>
                  <a:srgbClr val="FF0000"/>
                </a:solidFill>
                <a:latin typeface="HY견고딕"/>
                <a:ea typeface="HY견고딕"/>
              </a:rPr>
              <a:t> 1</a:t>
            </a:r>
          </a:p>
        </p:txBody>
      </p:sp>
      <p:sp>
        <p:nvSpPr>
          <p:cNvPr id="13" name="Rectangle 2">
            <a:hlinkClick r:id="rId5" action="ppaction://hlinkfile"/>
            <a:extLst>
              <a:ext uri="{FF2B5EF4-FFF2-40B4-BE49-F238E27FC236}">
                <a16:creationId xmlns:a16="http://schemas.microsoft.com/office/drawing/2014/main" id="{724258EC-48FA-172E-CFD7-5F95F0AB63E6}"/>
              </a:ext>
            </a:extLst>
          </p:cNvPr>
          <p:cNvSpPr txBox="1">
            <a:spLocks noChangeArrowheads="1"/>
          </p:cNvSpPr>
          <p:nvPr/>
        </p:nvSpPr>
        <p:spPr>
          <a:xfrm>
            <a:off x="8184530" y="1152383"/>
            <a:ext cx="3385664" cy="720080"/>
          </a:xfrm>
          <a:prstGeom prst="rect">
            <a:avLst/>
          </a:prstGeom>
          <a:noFill/>
          <a:ln/>
        </p:spPr>
        <p:txBody>
          <a:bodyPr/>
          <a:lstStyle/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2000" b="0" i="1" u="none" strike="noStrike" kern="1200" cap="none" spc="0" normalizeH="0" baseline="0" dirty="0">
                <a:solidFill>
                  <a:srgbClr val="0000FF"/>
                </a:solidFill>
                <a:effectLst/>
                <a:latin typeface="HY견고딕"/>
                <a:ea typeface="HY견고딕"/>
              </a:rPr>
              <a:t>▶</a:t>
            </a:r>
            <a:r>
              <a:rPr kumimoji="1" lang="ko-KR" altLang="en-US" sz="2000" b="0" i="1" u="none" strike="noStrike" kern="1200" cap="none" spc="0" normalizeH="0" baseline="0" dirty="0" err="1">
                <a:solidFill>
                  <a:srgbClr val="0000FF"/>
                </a:solidFill>
                <a:effectLst/>
                <a:latin typeface="HY견고딕"/>
                <a:ea typeface="HY견고딕"/>
              </a:rPr>
              <a:t>에스이엠</a:t>
            </a:r>
            <a:r>
              <a:rPr kumimoji="1" lang="ko-KR" altLang="en-US" sz="2000" b="0" i="1" u="none" strike="noStrike" kern="1200" cap="none" spc="0" normalizeH="0" baseline="0" dirty="0">
                <a:solidFill>
                  <a:srgbClr val="0000FF"/>
                </a:solidFill>
                <a:effectLst/>
                <a:latin typeface="HY견고딕"/>
                <a:ea typeface="HY견고딕"/>
              </a:rPr>
              <a:t> 수수료 내역서</a:t>
            </a:r>
          </a:p>
          <a:p>
            <a:pPr marL="0" indent="0" algn="l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ko-KR" altLang="en-US" sz="2000" b="0" i="1" u="none" strike="noStrike" kern="1200" cap="none" spc="0" normalizeH="0" baseline="0" dirty="0">
              <a:solidFill>
                <a:srgbClr val="0000FF"/>
              </a:solidFill>
              <a:effectLst/>
              <a:latin typeface="HY견고딕"/>
              <a:ea typeface="HY견고딕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021TGp_bizmedical_light">
  <a:themeElements>
    <a:clrScheme name="1_021TGp_bizmedical_light 3">
      <a:dk1>
        <a:srgbClr val="000066"/>
      </a:dk1>
      <a:lt1>
        <a:srgbClr val="FFFFFF"/>
      </a:lt1>
      <a:dk2>
        <a:srgbClr val="1C74CC"/>
      </a:dk2>
      <a:lt2>
        <a:srgbClr val="B2B2B2"/>
      </a:lt2>
      <a:accent1>
        <a:srgbClr val="A2CCFA"/>
      </a:accent1>
      <a:accent2>
        <a:srgbClr val="E26052"/>
      </a:accent2>
      <a:accent3>
        <a:srgbClr val="FFFFFF"/>
      </a:accent3>
      <a:accent4>
        <a:srgbClr val="000056"/>
      </a:accent4>
      <a:accent5>
        <a:srgbClr val="CEE2FC"/>
      </a:accent5>
      <a:accent6>
        <a:srgbClr val="CD5649"/>
      </a:accent6>
      <a:hlink>
        <a:srgbClr val="3FA3DB"/>
      </a:hlink>
      <a:folHlink>
        <a:srgbClr val="2C98A0"/>
      </a:folHlink>
    </a:clrScheme>
    <a:fontScheme name="1_021TGp_bizmedical_light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021TGp_bizmedical_light 1">
        <a:dk1>
          <a:srgbClr val="000066"/>
        </a:dk1>
        <a:lt1>
          <a:srgbClr val="FFFFFF"/>
        </a:lt1>
        <a:dk2>
          <a:srgbClr val="1EA491"/>
        </a:dk2>
        <a:lt2>
          <a:srgbClr val="B2B2B2"/>
        </a:lt2>
        <a:accent1>
          <a:srgbClr val="A3D5A8"/>
        </a:accent1>
        <a:accent2>
          <a:srgbClr val="99CC00"/>
        </a:accent2>
        <a:accent3>
          <a:srgbClr val="FFFFFF"/>
        </a:accent3>
        <a:accent4>
          <a:srgbClr val="000056"/>
        </a:accent4>
        <a:accent5>
          <a:srgbClr val="CEE7D1"/>
        </a:accent5>
        <a:accent6>
          <a:srgbClr val="8AB900"/>
        </a:accent6>
        <a:hlink>
          <a:srgbClr val="6CAE87"/>
        </a:hlink>
        <a:folHlink>
          <a:srgbClr val="386B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2">
        <a:dk1>
          <a:srgbClr val="000066"/>
        </a:dk1>
        <a:lt1>
          <a:srgbClr val="FFFFFF"/>
        </a:lt1>
        <a:dk2>
          <a:srgbClr val="1074A6"/>
        </a:dk2>
        <a:lt2>
          <a:srgbClr val="B2B2B2"/>
        </a:lt2>
        <a:accent1>
          <a:srgbClr val="96DAF2"/>
        </a:accent1>
        <a:accent2>
          <a:srgbClr val="D98E5B"/>
        </a:accent2>
        <a:accent3>
          <a:srgbClr val="FFFFFF"/>
        </a:accent3>
        <a:accent4>
          <a:srgbClr val="000056"/>
        </a:accent4>
        <a:accent5>
          <a:srgbClr val="C9EAF7"/>
        </a:accent5>
        <a:accent6>
          <a:srgbClr val="C48052"/>
        </a:accent6>
        <a:hlink>
          <a:srgbClr val="6847D3"/>
        </a:hlink>
        <a:folHlink>
          <a:srgbClr val="00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3">
        <a:dk1>
          <a:srgbClr val="000066"/>
        </a:dk1>
        <a:lt1>
          <a:srgbClr val="FFFFFF"/>
        </a:lt1>
        <a:dk2>
          <a:srgbClr val="1C74CC"/>
        </a:dk2>
        <a:lt2>
          <a:srgbClr val="B2B2B2"/>
        </a:lt2>
        <a:accent1>
          <a:srgbClr val="A2CCFA"/>
        </a:accent1>
        <a:accent2>
          <a:srgbClr val="E26052"/>
        </a:accent2>
        <a:accent3>
          <a:srgbClr val="FFFFFF"/>
        </a:accent3>
        <a:accent4>
          <a:srgbClr val="000056"/>
        </a:accent4>
        <a:accent5>
          <a:srgbClr val="CEE2FC"/>
        </a:accent5>
        <a:accent6>
          <a:srgbClr val="CD5649"/>
        </a:accent6>
        <a:hlink>
          <a:srgbClr val="3FA3DB"/>
        </a:hlink>
        <a:folHlink>
          <a:srgbClr val="2C98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21TGp_bizmedical_light">
  <a:themeElements>
    <a:clrScheme name="1_021TGp_bizmedical_light 3">
      <a:dk1>
        <a:srgbClr val="000066"/>
      </a:dk1>
      <a:lt1>
        <a:srgbClr val="FFFFFF"/>
      </a:lt1>
      <a:dk2>
        <a:srgbClr val="1C74CC"/>
      </a:dk2>
      <a:lt2>
        <a:srgbClr val="B2B2B2"/>
      </a:lt2>
      <a:accent1>
        <a:srgbClr val="A2CCFA"/>
      </a:accent1>
      <a:accent2>
        <a:srgbClr val="E26052"/>
      </a:accent2>
      <a:accent3>
        <a:srgbClr val="FFFFFF"/>
      </a:accent3>
      <a:accent4>
        <a:srgbClr val="000056"/>
      </a:accent4>
      <a:accent5>
        <a:srgbClr val="CEE2FC"/>
      </a:accent5>
      <a:accent6>
        <a:srgbClr val="CD5649"/>
      </a:accent6>
      <a:hlink>
        <a:srgbClr val="3FA3DB"/>
      </a:hlink>
      <a:folHlink>
        <a:srgbClr val="2C98A0"/>
      </a:folHlink>
    </a:clrScheme>
    <a:fontScheme name="1_021TGp_bizmedical_light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021TGp_bizmedical_light 1">
        <a:dk1>
          <a:srgbClr val="000066"/>
        </a:dk1>
        <a:lt1>
          <a:srgbClr val="FFFFFF"/>
        </a:lt1>
        <a:dk2>
          <a:srgbClr val="1EA491"/>
        </a:dk2>
        <a:lt2>
          <a:srgbClr val="B2B2B2"/>
        </a:lt2>
        <a:accent1>
          <a:srgbClr val="A3D5A8"/>
        </a:accent1>
        <a:accent2>
          <a:srgbClr val="99CC00"/>
        </a:accent2>
        <a:accent3>
          <a:srgbClr val="FFFFFF"/>
        </a:accent3>
        <a:accent4>
          <a:srgbClr val="000056"/>
        </a:accent4>
        <a:accent5>
          <a:srgbClr val="CEE7D1"/>
        </a:accent5>
        <a:accent6>
          <a:srgbClr val="8AB900"/>
        </a:accent6>
        <a:hlink>
          <a:srgbClr val="6CAE87"/>
        </a:hlink>
        <a:folHlink>
          <a:srgbClr val="386B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2">
        <a:dk1>
          <a:srgbClr val="000066"/>
        </a:dk1>
        <a:lt1>
          <a:srgbClr val="FFFFFF"/>
        </a:lt1>
        <a:dk2>
          <a:srgbClr val="1074A6"/>
        </a:dk2>
        <a:lt2>
          <a:srgbClr val="B2B2B2"/>
        </a:lt2>
        <a:accent1>
          <a:srgbClr val="96DAF2"/>
        </a:accent1>
        <a:accent2>
          <a:srgbClr val="D98E5B"/>
        </a:accent2>
        <a:accent3>
          <a:srgbClr val="FFFFFF"/>
        </a:accent3>
        <a:accent4>
          <a:srgbClr val="000056"/>
        </a:accent4>
        <a:accent5>
          <a:srgbClr val="C9EAF7"/>
        </a:accent5>
        <a:accent6>
          <a:srgbClr val="C48052"/>
        </a:accent6>
        <a:hlink>
          <a:srgbClr val="6847D3"/>
        </a:hlink>
        <a:folHlink>
          <a:srgbClr val="00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3">
        <a:dk1>
          <a:srgbClr val="000066"/>
        </a:dk1>
        <a:lt1>
          <a:srgbClr val="FFFFFF"/>
        </a:lt1>
        <a:dk2>
          <a:srgbClr val="1C74CC"/>
        </a:dk2>
        <a:lt2>
          <a:srgbClr val="B2B2B2"/>
        </a:lt2>
        <a:accent1>
          <a:srgbClr val="A2CCFA"/>
        </a:accent1>
        <a:accent2>
          <a:srgbClr val="E26052"/>
        </a:accent2>
        <a:accent3>
          <a:srgbClr val="FFFFFF"/>
        </a:accent3>
        <a:accent4>
          <a:srgbClr val="000056"/>
        </a:accent4>
        <a:accent5>
          <a:srgbClr val="CEE2FC"/>
        </a:accent5>
        <a:accent6>
          <a:srgbClr val="CD5649"/>
        </a:accent6>
        <a:hlink>
          <a:srgbClr val="3FA3DB"/>
        </a:hlink>
        <a:folHlink>
          <a:srgbClr val="2C98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021TGp_bizmedical_light">
  <a:themeElements>
    <a:clrScheme name="1_021TGp_bizmedical_light 3">
      <a:dk1>
        <a:srgbClr val="000066"/>
      </a:dk1>
      <a:lt1>
        <a:srgbClr val="FFFFFF"/>
      </a:lt1>
      <a:dk2>
        <a:srgbClr val="1C74CC"/>
      </a:dk2>
      <a:lt2>
        <a:srgbClr val="B2B2B2"/>
      </a:lt2>
      <a:accent1>
        <a:srgbClr val="A2CCFA"/>
      </a:accent1>
      <a:accent2>
        <a:srgbClr val="E26052"/>
      </a:accent2>
      <a:accent3>
        <a:srgbClr val="FFFFFF"/>
      </a:accent3>
      <a:accent4>
        <a:srgbClr val="000056"/>
      </a:accent4>
      <a:accent5>
        <a:srgbClr val="CEE2FC"/>
      </a:accent5>
      <a:accent6>
        <a:srgbClr val="CD5649"/>
      </a:accent6>
      <a:hlink>
        <a:srgbClr val="3FA3DB"/>
      </a:hlink>
      <a:folHlink>
        <a:srgbClr val="2C98A0"/>
      </a:folHlink>
    </a:clrScheme>
    <a:fontScheme name="1_021TGp_bizmedical_light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762000" rtl="0" eaLnBrk="0" fontAlgn="base" latinLnBrk="0" hangingPunct="0">
          <a:lnSpc>
            <a:spcPct val="95000"/>
          </a:lnSpc>
          <a:spcBef>
            <a:spcPct val="30000"/>
          </a:spcBef>
          <a:spcAft>
            <a:spcPct val="0"/>
          </a:spcAft>
          <a:buClr>
            <a:srgbClr val="0000FF"/>
          </a:buClr>
          <a:buSzTx/>
          <a:buFont typeface="Wingdings" pitchFamily="2" charset="2"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021TGp_bizmedical_light 1">
        <a:dk1>
          <a:srgbClr val="000066"/>
        </a:dk1>
        <a:lt1>
          <a:srgbClr val="FFFFFF"/>
        </a:lt1>
        <a:dk2>
          <a:srgbClr val="1EA491"/>
        </a:dk2>
        <a:lt2>
          <a:srgbClr val="B2B2B2"/>
        </a:lt2>
        <a:accent1>
          <a:srgbClr val="A3D5A8"/>
        </a:accent1>
        <a:accent2>
          <a:srgbClr val="99CC00"/>
        </a:accent2>
        <a:accent3>
          <a:srgbClr val="FFFFFF"/>
        </a:accent3>
        <a:accent4>
          <a:srgbClr val="000056"/>
        </a:accent4>
        <a:accent5>
          <a:srgbClr val="CEE7D1"/>
        </a:accent5>
        <a:accent6>
          <a:srgbClr val="8AB900"/>
        </a:accent6>
        <a:hlink>
          <a:srgbClr val="6CAE87"/>
        </a:hlink>
        <a:folHlink>
          <a:srgbClr val="386B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2">
        <a:dk1>
          <a:srgbClr val="000066"/>
        </a:dk1>
        <a:lt1>
          <a:srgbClr val="FFFFFF"/>
        </a:lt1>
        <a:dk2>
          <a:srgbClr val="1074A6"/>
        </a:dk2>
        <a:lt2>
          <a:srgbClr val="B2B2B2"/>
        </a:lt2>
        <a:accent1>
          <a:srgbClr val="96DAF2"/>
        </a:accent1>
        <a:accent2>
          <a:srgbClr val="D98E5B"/>
        </a:accent2>
        <a:accent3>
          <a:srgbClr val="FFFFFF"/>
        </a:accent3>
        <a:accent4>
          <a:srgbClr val="000056"/>
        </a:accent4>
        <a:accent5>
          <a:srgbClr val="C9EAF7"/>
        </a:accent5>
        <a:accent6>
          <a:srgbClr val="C48052"/>
        </a:accent6>
        <a:hlink>
          <a:srgbClr val="6847D3"/>
        </a:hlink>
        <a:folHlink>
          <a:srgbClr val="00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1TGp_bizmedical_light 3">
        <a:dk1>
          <a:srgbClr val="000066"/>
        </a:dk1>
        <a:lt1>
          <a:srgbClr val="FFFFFF"/>
        </a:lt1>
        <a:dk2>
          <a:srgbClr val="1C74CC"/>
        </a:dk2>
        <a:lt2>
          <a:srgbClr val="B2B2B2"/>
        </a:lt2>
        <a:accent1>
          <a:srgbClr val="A2CCFA"/>
        </a:accent1>
        <a:accent2>
          <a:srgbClr val="E26052"/>
        </a:accent2>
        <a:accent3>
          <a:srgbClr val="FFFFFF"/>
        </a:accent3>
        <a:accent4>
          <a:srgbClr val="000056"/>
        </a:accent4>
        <a:accent5>
          <a:srgbClr val="CEE2FC"/>
        </a:accent5>
        <a:accent6>
          <a:srgbClr val="CD5649"/>
        </a:accent6>
        <a:hlink>
          <a:srgbClr val="3FA3DB"/>
        </a:hlink>
        <a:folHlink>
          <a:srgbClr val="2C98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태-활체D" pitchFamily="2" charset="-127"/>
            <a:ea typeface="태-활체D" pitchFamily="2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7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FontTx/>
          <a:buNone/>
          <a:defRPr kumimoji="1" lang="ko-KR" altLang="en-US" sz="2800" b="1" i="1" u="none" strike="noStrike" cap="none" normalizeH="0" baseline="0" smtClean="0">
            <a:solidFill>
              <a:schemeClr val="tx1"/>
            </a:solidFill>
            <a:effectLst/>
            <a:latin typeface="태-활체D"/>
            <a:ea typeface="태-활체D"/>
          </a:defRPr>
        </a:defPPr>
      </a:lstStyle>
    </a:spDef>
    <a:lnDef>
      <a:spPr>
        <a:gradFill rotWithShape="1">
          <a:gsLst>
            <a:gs pos="0">
              <a:srgbClr val="DDDDDD"/>
            </a:gs>
            <a:gs pos="50000">
              <a:srgbClr val="DDDDDD">
                <a:gamma/>
                <a:tint val="0"/>
                <a:invGamma/>
              </a:srgbClr>
            </a:gs>
            <a:gs pos="100000">
              <a:srgbClr val="DDDDDD"/>
            </a:gs>
          </a:gsLst>
          <a:lin ang="5400000" scaled="1"/>
        </a:gradFill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FontTx/>
          <a:buNone/>
          <a:defRPr kumimoji="1" lang="ko-KR" altLang="en-US" sz="2800" b="1" i="1" u="none" strike="noStrike" cap="none" normalizeH="0" baseline="0" smtClean="0">
            <a:solidFill>
              <a:schemeClr val="tx1"/>
            </a:solidFill>
            <a:effectLst/>
            <a:latin typeface="태-활체D"/>
            <a:ea typeface="태-활체D"/>
          </a:defRPr>
        </a:defPPr>
      </a:lstStyle>
    </a:lnDef>
    <a:txDef>
      <a:spPr/>
      <a:bodyPr/>
      <a:lstStyle/>
    </a:txDef>
  </a:objectDefaults>
  <a:extraClrSchemeLst/>
</a:theme>
</file>

<file path=ppt/theme/theme1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13825</TotalTime>
  <Words>868</Words>
  <Application>Microsoft Office PowerPoint</Application>
  <PresentationFormat>와이드스크린</PresentationFormat>
  <Paragraphs>260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11</vt:i4>
      </vt:variant>
      <vt:variant>
        <vt:lpstr>슬라이드 제목</vt:lpstr>
      </vt:variant>
      <vt:variant>
        <vt:i4>16</vt:i4>
      </vt:variant>
    </vt:vector>
  </HeadingPairs>
  <TitlesOfParts>
    <vt:vector size="37" baseType="lpstr">
      <vt:lpstr>HY견고딕</vt:lpstr>
      <vt:lpstr>굴림</vt:lpstr>
      <vt:lpstr>맑은 고딕</vt:lpstr>
      <vt:lpstr>-윤고딕140</vt:lpstr>
      <vt:lpstr>Verdana</vt:lpstr>
      <vt:lpstr>Wingdings</vt:lpstr>
      <vt:lpstr>HY헤드라인M</vt:lpstr>
      <vt:lpstr>Calibri</vt:lpstr>
      <vt:lpstr>Arial</vt:lpstr>
      <vt:lpstr>태-활체D</vt:lpstr>
      <vt:lpstr>디자인 사용자 지정</vt:lpstr>
      <vt:lpstr>1_021TGp_bizmedical_light</vt:lpstr>
      <vt:lpstr>2_021TGp_bizmedical_light</vt:lpstr>
      <vt:lpstr>1_디자인 사용자 지정</vt:lpstr>
      <vt:lpstr>2_디자인 사용자 지정</vt:lpstr>
      <vt:lpstr>3_디자인 사용자 지정</vt:lpstr>
      <vt:lpstr>4_디자인 사용자 지정</vt:lpstr>
      <vt:lpstr>5_디자인 사용자 지정</vt:lpstr>
      <vt:lpstr>3_021TGp_bizmedical_light</vt:lpstr>
      <vt:lpstr>6_디자인 사용자 지정</vt:lpstr>
      <vt:lpstr>7_디자인 사용자 지정</vt:lpstr>
      <vt:lpstr> 산업안전보건위원회 (2026. 1/4분기)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남양유업(주)공주공장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개선활동 활성화</dc:title>
  <dc:subject>개선활동 활성화 </dc:subject>
  <dc:creator>성복경</dc:creator>
  <cp:lastModifiedBy>임선우</cp:lastModifiedBy>
  <cp:revision>596</cp:revision>
  <cp:lastPrinted>2026-04-06T05:54:32Z</cp:lastPrinted>
  <dcterms:created xsi:type="dcterms:W3CDTF">2004-07-08T16:46:25Z</dcterms:created>
  <dcterms:modified xsi:type="dcterms:W3CDTF">2026-06-19T04:50:39Z</dcterms:modified>
</cp:coreProperties>
</file>